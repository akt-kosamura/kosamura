
<file path=[Content_Types].xml><?xml version="1.0" encoding="utf-8"?>
<Types xmlns="http://schemas.openxmlformats.org/package/2006/content-types">
  <Default Extension="jpeg" ContentType="image/jpeg"/>
  <Default Extension="mp3" ContentType="audio/mpeg"/>
  <Default Extension="png" ContentType="image/png"/>
  <Default Extension="rels" ContentType="application/vnd.openxmlformats-package.relationships+xml"/>
  <Default Extension="wav" ContentType="audio/x-wav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  <p:sldMasterId id="2147484008" r:id="rId2"/>
    <p:sldMasterId id="2147484026" r:id="rId3"/>
  </p:sldMasterIdLst>
  <p:notesMasterIdLst>
    <p:notesMasterId r:id="rId37"/>
  </p:notesMasterIdLst>
  <p:handoutMasterIdLst>
    <p:handoutMasterId r:id="rId38"/>
  </p:handoutMasterIdLst>
  <p:sldIdLst>
    <p:sldId id="311" r:id="rId4"/>
    <p:sldId id="312" r:id="rId5"/>
    <p:sldId id="314" r:id="rId6"/>
    <p:sldId id="315" r:id="rId7"/>
    <p:sldId id="313" r:id="rId8"/>
    <p:sldId id="316" r:id="rId9"/>
    <p:sldId id="267" r:id="rId10"/>
    <p:sldId id="261" r:id="rId11"/>
    <p:sldId id="266" r:id="rId12"/>
    <p:sldId id="270" r:id="rId13"/>
    <p:sldId id="271" r:id="rId14"/>
    <p:sldId id="272" r:id="rId15"/>
    <p:sldId id="283" r:id="rId16"/>
    <p:sldId id="289" r:id="rId17"/>
    <p:sldId id="287" r:id="rId18"/>
    <p:sldId id="290" r:id="rId19"/>
    <p:sldId id="275" r:id="rId20"/>
    <p:sldId id="276" r:id="rId21"/>
    <p:sldId id="292" r:id="rId22"/>
    <p:sldId id="262" r:id="rId23"/>
    <p:sldId id="291" r:id="rId24"/>
    <p:sldId id="294" r:id="rId25"/>
    <p:sldId id="295" r:id="rId26"/>
    <p:sldId id="297" r:id="rId27"/>
    <p:sldId id="298" r:id="rId28"/>
    <p:sldId id="299" r:id="rId29"/>
    <p:sldId id="303" r:id="rId30"/>
    <p:sldId id="304" r:id="rId31"/>
    <p:sldId id="305" r:id="rId32"/>
    <p:sldId id="306" r:id="rId33"/>
    <p:sldId id="308" r:id="rId34"/>
    <p:sldId id="309" r:id="rId35"/>
    <p:sldId id="310" r:id="rId36"/>
  </p:sldIdLst>
  <p:sldSz cx="12192000" cy="6858000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F1F9"/>
    <a:srgbClr val="ACD3F6"/>
    <a:srgbClr val="E82020"/>
    <a:srgbClr val="0D0D0D"/>
    <a:srgbClr val="A6A6A6"/>
    <a:srgbClr val="C5E0B4"/>
    <a:srgbClr val="F02718"/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37" autoAdjust="0"/>
    <p:restoredTop sz="91616" autoAdjust="0"/>
  </p:normalViewPr>
  <p:slideViewPr>
    <p:cSldViewPr snapToGrid="0">
      <p:cViewPr varScale="1">
        <p:scale>
          <a:sx n="105" d="100"/>
          <a:sy n="105" d="100"/>
        </p:scale>
        <p:origin x="96" y="45"/>
      </p:cViewPr>
      <p:guideLst/>
    </p:cSldViewPr>
  </p:slideViewPr>
  <p:outlineViewPr>
    <p:cViewPr>
      <p:scale>
        <a:sx n="75" d="100"/>
        <a:sy n="75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52" d="100"/>
          <a:sy n="152" d="100"/>
        </p:scale>
        <p:origin x="3198" y="13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presProps" Target="presProps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tableStyles" Target="tableStyles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slide" Target="slides/slide26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70CACE11-D2F2-77EF-6587-6195855B26D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BDC8522-3D34-4DE2-922D-FA9756A0239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8D54E6-3DD5-462A-B0C7-241239AE941D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A644F096-BDF9-0546-A5E2-7012F856D1F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71A2584-580E-BFCC-61AA-CEB18DE6130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BC81EA-8468-4AAB-B494-311F22E6C7B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431779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FB8F3-496A-405C-8182-FC0F3AB51B1B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BDDB20-F99C-4B62-ACCA-66249E6E716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343833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7617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14225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89715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49765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03824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13131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475360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310264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3274635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59707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877368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66291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CFC62-63BD-1EE2-26E1-6D20E6ED0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1F503DC-ADEA-C74A-D20D-FAD43AF87E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4FAEC02-CBB0-5781-5DEC-55CA14772E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083A77F-3AF0-5659-633C-FECCB49049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13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12308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A0820C-D303-0869-07FD-DE0C7682C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5C46CDB-85A2-D6C5-F3A4-04724CAC8B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5BEAF16-47D7-B704-7975-394B1B260C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F6CE260-FC42-E0A7-F7DD-3FBBD29563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14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72036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2A16C-FDB1-A464-27A0-E0D8E2A62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FB11BB2-86C7-AC13-485C-5D43404B59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11B056C-26F3-4CC3-5EC2-A62FFBC459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7E0896B-B625-2FEF-BA41-F125DEF349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15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177820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443DD-AA02-3898-BDD6-DC8E43326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A4C5EC1-AA00-5C84-4DF9-506738FA94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7BDB67A-3DF6-BD1A-C492-E7E5001680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6E5874F-096D-FF59-0A32-6DA33BCD6A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16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2057503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17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344811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18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812721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8DC69F-B742-9E46-60BC-6AF923A3D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7FBA4A9-C430-B05E-0D0F-FCC4F6FA0A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996040-6003-44C5-566D-70C17FC3C5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47404" y="3686176"/>
            <a:ext cx="7315200" cy="2700338"/>
          </a:xfrm>
        </p:spPr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2C52598-2C6D-9E8B-9DE4-2CBD84CE0F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19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622696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>
          <a:xfrm>
            <a:off x="1047404" y="3686176"/>
            <a:ext cx="7315200" cy="2700338"/>
          </a:xfrm>
        </p:spPr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20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576857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651302-F868-576E-7A13-86CAE69EE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F18FB21-B60A-F2FB-7E89-A5855F04A2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F62FF20-D7AA-7C2E-C7DA-843BC0E0A4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1525725-AB69-307E-A82C-7285EBE86A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6BDDB20-F99C-4B62-ACCA-66249E6E7166}" type="slidenum">
              <a:rPr kumimoji="1" lang="ja-JP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游ゴシック" panose="020F0502020204030204"/>
                <a:ea typeface="游ゴシック" panose="020B0400000000000000" pitchFamily="50" charset="-128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游ゴシック" panose="020F0502020204030204"/>
              <a:ea typeface="游ゴシック" panose="020B0400000000000000" pitchFamily="50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346603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C9E2E-31C5-F5C4-CCF8-532C3B121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DBF05AE-FFF8-A51B-9611-8CC7901819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4081378-EB19-50F3-A6C8-5B18A088C8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37B4275-809A-5E99-B7C4-D836AF5A37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6BDDB20-F99C-4B62-ACCA-66249E6E7166}" type="slidenum">
              <a:rPr kumimoji="1" lang="ja-JP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游ゴシック" panose="020F0502020204030204"/>
                <a:ea typeface="游ゴシック" panose="020B0400000000000000" pitchFamily="50" charset="-128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游ゴシック" panose="020F0502020204030204"/>
              <a:ea typeface="游ゴシック" panose="020B0400000000000000" pitchFamily="50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0815120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507A4-342F-AD14-66F1-38BD64A04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2F2395F-1FCD-45D6-7A59-9E439FA58D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EBA04C7-1DBE-7E36-7B69-47813989F3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40C19A9-8961-8984-F799-6B56E9FB96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6BDDB20-F99C-4B62-ACCA-66249E6E7166}" type="slidenum">
              <a:rPr kumimoji="1" lang="ja-JP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游ゴシック" panose="020F0502020204030204"/>
                <a:ea typeface="游ゴシック" panose="020B0400000000000000" pitchFamily="50" charset="-128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游ゴシック" panose="020F0502020204030204"/>
              <a:ea typeface="游ゴシック" panose="020B0400000000000000" pitchFamily="50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6300224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0087B-A648-E093-30A6-303D0860D1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5BFB5E4-EF27-56D1-08E5-797023F850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DFA3154-FBC4-B080-95F1-C418AB6967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47404" y="3686176"/>
            <a:ext cx="7315200" cy="2700338"/>
          </a:xfrm>
        </p:spPr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926054C-B2E2-AA08-CF59-73122EF32D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30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2263817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4FFA9-4BD4-2513-074F-31D039665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1F3E1C7-0021-1C55-40EB-5B8895A0A7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6348375-80EA-2BD4-EEA9-18E76457D1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47404" y="3686176"/>
            <a:ext cx="7315200" cy="2700338"/>
          </a:xfrm>
        </p:spPr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5539EFB-607B-DA67-07E7-1D15D9D07A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31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2930756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610D2-23AC-1B31-6306-4DC6A69EA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BA48E95C-0CF3-C7A4-D108-5E0F62D14C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00F816D-4A4A-860D-1FDD-20D52DC906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47404" y="3686176"/>
            <a:ext cx="7315200" cy="2700338"/>
          </a:xfrm>
        </p:spPr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8FECE7D-30B0-30A3-5084-0A90101B2D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32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5017254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5E6E3-2517-D0B2-9E0B-7FE20ACB1D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1EDF5F3-03E6-C5FA-FF28-33290EC573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4CE8356-C550-6450-117C-11706333B4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47404" y="3686176"/>
            <a:ext cx="7315200" cy="2700338"/>
          </a:xfrm>
        </p:spPr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94F39C5-EA7A-B048-0E2C-66B3797442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33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10103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12017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729281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831483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397971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46487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590454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966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39277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90085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263213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34155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62010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082799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864193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1093856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401024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492766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83449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370552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284452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パノラマ写真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464619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キャプ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7233823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53322380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1103249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付きの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9338310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真または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3742103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0029063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7373878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435332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6063830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5846955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102808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609509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3264567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1070508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266378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0854444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78033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1071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1.xml"/><Relationship Id="rId7" Type="http://schemas.openxmlformats.org/officeDocument/2006/relationships/slideLayout" Target="../slideLayouts/slideLayout35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30.xml"/><Relationship Id="rId1" Type="http://schemas.openxmlformats.org/officeDocument/2006/relationships/slideLayout" Target="../slideLayouts/slideLayout29.xml"/><Relationship Id="rId6" Type="http://schemas.openxmlformats.org/officeDocument/2006/relationships/slideLayout" Target="../slideLayouts/slideLayout34.xml"/><Relationship Id="rId11" Type="http://schemas.openxmlformats.org/officeDocument/2006/relationships/slideLayout" Target="../slideLayouts/slideLayout39.xml"/><Relationship Id="rId5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2.xml"/><Relationship Id="rId9" Type="http://schemas.openxmlformats.org/officeDocument/2006/relationships/slideLayout" Target="../slideLayouts/slideLayout3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102DC4-ED51-48D3-9614-3719DE13893C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976648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59102DC4-ED51-48D3-9614-3719DE13893C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619344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9" r:id="rId1"/>
    <p:sldLayoutId id="2147484010" r:id="rId2"/>
    <p:sldLayoutId id="2147484011" r:id="rId3"/>
    <p:sldLayoutId id="2147484012" r:id="rId4"/>
    <p:sldLayoutId id="2147484013" r:id="rId5"/>
    <p:sldLayoutId id="2147484014" r:id="rId6"/>
    <p:sldLayoutId id="2147484015" r:id="rId7"/>
    <p:sldLayoutId id="2147484016" r:id="rId8"/>
    <p:sldLayoutId id="2147484017" r:id="rId9"/>
    <p:sldLayoutId id="2147484018" r:id="rId10"/>
    <p:sldLayoutId id="2147484019" r:id="rId11"/>
    <p:sldLayoutId id="2147484020" r:id="rId12"/>
    <p:sldLayoutId id="2147484021" r:id="rId13"/>
    <p:sldLayoutId id="2147484022" r:id="rId14"/>
    <p:sldLayoutId id="2147484023" r:id="rId15"/>
    <p:sldLayoutId id="2147484024" r:id="rId16"/>
    <p:sldLayoutId id="2147484025" r:id="rId17"/>
  </p:sldLayoutIdLst>
  <p:txStyles>
    <p:titleStyle>
      <a:lvl1pPr algn="l" defTabSz="457200" rtl="0" eaLnBrk="1" latinLnBrk="0" hangingPunct="1">
        <a:spcBef>
          <a:spcPct val="0"/>
        </a:spcBef>
        <a:buNone/>
        <a:defRPr kumimoji="1"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 kumimoji="1">
          <a:solidFill>
            <a:schemeClr val="tx2"/>
          </a:solidFill>
        </a:defRPr>
      </a:lvl2pPr>
      <a:lvl3pPr eaLnBrk="1" hangingPunct="1">
        <a:defRPr kumimoji="1">
          <a:solidFill>
            <a:schemeClr val="tx2"/>
          </a:solidFill>
        </a:defRPr>
      </a:lvl3pPr>
      <a:lvl4pPr eaLnBrk="1" hangingPunct="1">
        <a:defRPr kumimoji="1">
          <a:solidFill>
            <a:schemeClr val="tx2"/>
          </a:solidFill>
        </a:defRPr>
      </a:lvl4pPr>
      <a:lvl5pPr eaLnBrk="1" hangingPunct="1">
        <a:defRPr kumimoji="1">
          <a:solidFill>
            <a:schemeClr val="tx2"/>
          </a:solidFill>
        </a:defRPr>
      </a:lvl5pPr>
      <a:lvl6pPr eaLnBrk="1" hangingPunct="1">
        <a:defRPr kumimoji="1">
          <a:solidFill>
            <a:schemeClr val="tx2"/>
          </a:solidFill>
        </a:defRPr>
      </a:lvl6pPr>
      <a:lvl7pPr eaLnBrk="1" hangingPunct="1">
        <a:defRPr kumimoji="1">
          <a:solidFill>
            <a:schemeClr val="tx2"/>
          </a:solidFill>
        </a:defRPr>
      </a:lvl7pPr>
      <a:lvl8pPr eaLnBrk="1" hangingPunct="1">
        <a:defRPr kumimoji="1">
          <a:solidFill>
            <a:schemeClr val="tx2"/>
          </a:solidFill>
        </a:defRPr>
      </a:lvl8pPr>
      <a:lvl9pPr eaLnBrk="1" hangingPunct="1">
        <a:defRPr kumimoji="1"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102DC4-ED51-48D3-9614-3719DE13893C}" type="datetimeFigureOut">
              <a:rPr kumimoji="1" lang="ja-JP" altLang="en-US" smtClean="0"/>
              <a:t>2025/11/11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0284617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27" r:id="rId1"/>
    <p:sldLayoutId id="2147484028" r:id="rId2"/>
    <p:sldLayoutId id="2147484029" r:id="rId3"/>
    <p:sldLayoutId id="2147484030" r:id="rId4"/>
    <p:sldLayoutId id="2147484031" r:id="rId5"/>
    <p:sldLayoutId id="2147484032" r:id="rId6"/>
    <p:sldLayoutId id="2147484033" r:id="rId7"/>
    <p:sldLayoutId id="2147484034" r:id="rId8"/>
    <p:sldLayoutId id="2147484035" r:id="rId9"/>
    <p:sldLayoutId id="2147484036" r:id="rId10"/>
    <p:sldLayoutId id="214748403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2.png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6" Type="http://schemas.microsoft.com/office/2007/relationships/hdphoto" Target="../media/hdphoto1.wdp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microsoft.com/office/2007/relationships/media" Target="../media/media2.wav"/><Relationship Id="rId1" Type="http://schemas.openxmlformats.org/officeDocument/2006/relationships/audio" Target="NULL" TargetMode="External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6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microsoft.com/office/2007/relationships/hdphoto" Target="../media/hdphoto2.wdp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2.png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6" Type="http://schemas.microsoft.com/office/2007/relationships/hdphoto" Target="../media/hdphoto1.wdp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microsoft.com/office/2007/relationships/media" Target="../media/media2.wav"/><Relationship Id="rId1" Type="http://schemas.openxmlformats.org/officeDocument/2006/relationships/audio" Target="NULL" TargetMode="External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11" Type="http://schemas.microsoft.com/office/2007/relationships/hdphoto" Target="../media/hdphoto3.wdp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17.png"/><Relationship Id="rId4" Type="http://schemas.microsoft.com/office/2007/relationships/hdphoto" Target="../media/hdphoto4.wdp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microsoft.com/office/2007/relationships/hdphoto" Target="../media/hdphoto5.wdp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microsoft.com/office/2007/relationships/hdphoto" Target="../media/hdphoto4.wdp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microsoft.com/office/2007/relationships/hdphoto" Target="../media/hdphoto5.wdp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8.png"/><Relationship Id="rId5" Type="http://schemas.openxmlformats.org/officeDocument/2006/relationships/image" Target="../media/image19.png"/><Relationship Id="rId4" Type="http://schemas.microsoft.com/office/2007/relationships/hdphoto" Target="../media/hdphoto4.wdp"/></Relationships>
</file>

<file path=ppt/slides/_rels/slide16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16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microsoft.com/office/2007/relationships/hdphoto" Target="../media/hdphoto4.wdp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jpeg"/><Relationship Id="rId5" Type="http://schemas.openxmlformats.org/officeDocument/2006/relationships/image" Target="../media/image21.png"/><Relationship Id="rId4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8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jpeg"/><Relationship Id="rId5" Type="http://schemas.openxmlformats.org/officeDocument/2006/relationships/image" Target="../media/image21.png"/><Relationship Id="rId10" Type="http://schemas.microsoft.com/office/2007/relationships/hdphoto" Target="../media/hdphoto3.wdp"/><Relationship Id="rId4" Type="http://schemas.openxmlformats.org/officeDocument/2006/relationships/image" Target="../media/image9.png"/><Relationship Id="rId9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5" Type="http://schemas.openxmlformats.org/officeDocument/2006/relationships/image" Target="../media/image25.png"/><Relationship Id="rId4" Type="http://schemas.microsoft.com/office/2007/relationships/hdphoto" Target="../media/hdphoto6.wdp"/></Relationships>
</file>

<file path=ppt/slides/_rels/slide22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24.png"/><Relationship Id="rId7" Type="http://schemas.openxmlformats.org/officeDocument/2006/relationships/image" Target="../media/image25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6" Type="http://schemas.microsoft.com/office/2007/relationships/hdphoto" Target="../media/hdphoto5.wdp"/><Relationship Id="rId5" Type="http://schemas.openxmlformats.org/officeDocument/2006/relationships/image" Target="../media/image18.png"/><Relationship Id="rId4" Type="http://schemas.microsoft.com/office/2007/relationships/hdphoto" Target="../media/hdphoto6.wdp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5" Type="http://schemas.openxmlformats.org/officeDocument/2006/relationships/image" Target="../media/image25.png"/><Relationship Id="rId4" Type="http://schemas.microsoft.com/office/2007/relationships/hdphoto" Target="../media/hdphoto6.wdp"/></Relationships>
</file>

<file path=ppt/slides/_rels/slide24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24.png"/><Relationship Id="rId7" Type="http://schemas.openxmlformats.org/officeDocument/2006/relationships/image" Target="../media/image25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6" Type="http://schemas.microsoft.com/office/2007/relationships/hdphoto" Target="../media/hdphoto5.wdp"/><Relationship Id="rId5" Type="http://schemas.openxmlformats.org/officeDocument/2006/relationships/image" Target="../media/image18.png"/><Relationship Id="rId4" Type="http://schemas.microsoft.com/office/2007/relationships/hdphoto" Target="../media/hdphoto6.wdp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2.png"/><Relationship Id="rId2" Type="http://schemas.microsoft.com/office/2007/relationships/media" Target="../media/media2.wav"/><Relationship Id="rId1" Type="http://schemas.openxmlformats.org/officeDocument/2006/relationships/audio" Target="NULL" TargetMode="External"/><Relationship Id="rId6" Type="http://schemas.microsoft.com/office/2007/relationships/hdphoto" Target="../media/hdphoto6.wdp"/><Relationship Id="rId5" Type="http://schemas.openxmlformats.org/officeDocument/2006/relationships/image" Target="../media/image24.png"/><Relationship Id="rId4" Type="http://schemas.openxmlformats.org/officeDocument/2006/relationships/image" Target="../media/image27.png"/><Relationship Id="rId9" Type="http://schemas.microsoft.com/office/2007/relationships/hdphoto" Target="../media/hdphoto1.wdp"/></Relationships>
</file>

<file path=ppt/slides/_rels/slide26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24.png"/><Relationship Id="rId7" Type="http://schemas.openxmlformats.org/officeDocument/2006/relationships/image" Target="../media/image25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microsoft.com/office/2007/relationships/hdphoto" Target="../media/hdphoto5.wdp"/><Relationship Id="rId5" Type="http://schemas.openxmlformats.org/officeDocument/2006/relationships/image" Target="../media/image18.png"/><Relationship Id="rId4" Type="http://schemas.microsoft.com/office/2007/relationships/hdphoto" Target="../media/hdphoto6.wdp"/></Relationships>
</file>

<file path=ppt/slides/_rels/slide27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8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6" Type="http://schemas.microsoft.com/office/2007/relationships/hdphoto" Target="../media/hdphoto6.wdp"/><Relationship Id="rId5" Type="http://schemas.openxmlformats.org/officeDocument/2006/relationships/image" Target="../media/image24.png"/><Relationship Id="rId4" Type="http://schemas.openxmlformats.org/officeDocument/2006/relationships/image" Target="../media/image12.png"/></Relationships>
</file>

<file path=ppt/slides/_rels/slide28.xml.rels><?xml version="1.0" encoding="UTF-8" standalone="yes"?>
<Relationships xmlns="http://schemas.openxmlformats.org/package/2006/relationships"><Relationship Id="rId8" Type="http://schemas.microsoft.com/office/2007/relationships/hdphoto" Target="../media/hdphoto6.wdp"/><Relationship Id="rId3" Type="http://schemas.openxmlformats.org/officeDocument/2006/relationships/image" Target="../media/image8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microsoft.com/office/2007/relationships/hdphoto" Target="../media/hdphoto1.wdp"/><Relationship Id="rId4" Type="http://schemas.openxmlformats.org/officeDocument/2006/relationships/image" Target="../media/image12.png"/><Relationship Id="rId9" Type="http://schemas.openxmlformats.org/officeDocument/2006/relationships/image" Target="../media/image25.png"/></Relationships>
</file>

<file path=ppt/slides/_rels/slide29.xml.rels><?xml version="1.0" encoding="UTF-8" standalone="yes"?>
<Relationships xmlns="http://schemas.openxmlformats.org/package/2006/relationships"><Relationship Id="rId8" Type="http://schemas.microsoft.com/office/2007/relationships/hdphoto" Target="../media/hdphoto6.wdp"/><Relationship Id="rId3" Type="http://schemas.openxmlformats.org/officeDocument/2006/relationships/image" Target="../media/image8.png"/><Relationship Id="rId7" Type="http://schemas.openxmlformats.org/officeDocument/2006/relationships/image" Target="../media/image24.png"/><Relationship Id="rId12" Type="http://schemas.microsoft.com/office/2007/relationships/hdphoto" Target="../media/hdphoto3.wdp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11" Type="http://schemas.openxmlformats.org/officeDocument/2006/relationships/image" Target="../media/image15.png"/><Relationship Id="rId5" Type="http://schemas.openxmlformats.org/officeDocument/2006/relationships/image" Target="../media/image13.png"/><Relationship Id="rId10" Type="http://schemas.microsoft.com/office/2007/relationships/hdphoto" Target="../media/hdphoto1.wdp"/><Relationship Id="rId4" Type="http://schemas.openxmlformats.org/officeDocument/2006/relationships/image" Target="../media/image12.png"/><Relationship Id="rId9" Type="http://schemas.openxmlformats.org/officeDocument/2006/relationships/image" Target="../media/image25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3.mp3"/><Relationship Id="rId1" Type="http://schemas.microsoft.com/office/2007/relationships/media" Target="../media/media3.mp3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2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microsoft.com/office/2007/relationships/hdphoto" Target="../media/hdphoto7.wdp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3CAD85-5B8E-5719-D112-7918B3727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D9317E30-570C-30A2-3540-8C27306E1A75}"/>
              </a:ext>
            </a:extLst>
          </p:cNvPr>
          <p:cNvGrpSpPr/>
          <p:nvPr/>
        </p:nvGrpSpPr>
        <p:grpSpPr>
          <a:xfrm>
            <a:off x="5976503" y="4921616"/>
            <a:ext cx="6118515" cy="1936384"/>
            <a:chOff x="4389795" y="2397948"/>
            <a:chExt cx="6118515" cy="1936384"/>
          </a:xfrm>
        </p:grpSpPr>
        <p:grpSp>
          <p:nvGrpSpPr>
            <p:cNvPr id="2" name="グループ化 1">
              <a:extLst>
                <a:ext uri="{FF2B5EF4-FFF2-40B4-BE49-F238E27FC236}">
                  <a16:creationId xmlns:a16="http://schemas.microsoft.com/office/drawing/2014/main" id="{CB6E94B8-C12A-CE84-FC6D-968135403EE2}"/>
                </a:ext>
              </a:extLst>
            </p:cNvPr>
            <p:cNvGrpSpPr/>
            <p:nvPr/>
          </p:nvGrpSpPr>
          <p:grpSpPr>
            <a:xfrm>
              <a:off x="5171386" y="2397948"/>
              <a:ext cx="5336924" cy="1694685"/>
              <a:chOff x="5171386" y="2397948"/>
              <a:chExt cx="5336924" cy="1694685"/>
            </a:xfrm>
          </p:grpSpPr>
          <p:grpSp>
            <p:nvGrpSpPr>
              <p:cNvPr id="12" name="グループ化 11">
                <a:extLst>
                  <a:ext uri="{FF2B5EF4-FFF2-40B4-BE49-F238E27FC236}">
                    <a16:creationId xmlns:a16="http://schemas.microsoft.com/office/drawing/2014/main" id="{24917154-C9A1-0D11-70CD-0ADF3E4C00DE}"/>
                  </a:ext>
                </a:extLst>
              </p:cNvPr>
              <p:cNvGrpSpPr/>
              <p:nvPr/>
            </p:nvGrpSpPr>
            <p:grpSpPr>
              <a:xfrm>
                <a:off x="5171386" y="3323192"/>
                <a:ext cx="5336924" cy="769441"/>
                <a:chOff x="5221438" y="3323191"/>
                <a:chExt cx="5336924" cy="769441"/>
              </a:xfrm>
            </p:grpSpPr>
            <p:pic>
              <p:nvPicPr>
                <p:cNvPr id="10" name="図 9">
                  <a:extLst>
                    <a:ext uri="{FF2B5EF4-FFF2-40B4-BE49-F238E27FC236}">
                      <a16:creationId xmlns:a16="http://schemas.microsoft.com/office/drawing/2014/main" id="{126F6132-4F3A-B920-F8FC-ED75F4B5FFB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duotone>
                    <a:srgbClr val="4472C4">
                      <a:shade val="45000"/>
                      <a:satMod val="135000"/>
                    </a:srgbClr>
                    <a:prstClr val="white"/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2410" b="97590" l="3710" r="95645">
                              <a14:foregroundMark x1="36129" y1="33936" x2="36129" y2="33936"/>
                              <a14:foregroundMark x1="50645" y1="29920" x2="51290" y2="34538"/>
                              <a14:foregroundMark x1="50161" y1="6627" x2="49355" y2="6024"/>
                              <a14:foregroundMark x1="50161" y1="2410" x2="50161" y2="2410"/>
                              <a14:foregroundMark x1="3710" y1="96787" x2="3710" y2="96787"/>
                              <a14:foregroundMark x1="51935" y1="96988" x2="51935" y2="96988"/>
                              <a14:foregroundMark x1="72903" y1="97791" x2="72903" y2="97791"/>
                              <a14:foregroundMark x1="95645" y1="96988" x2="95645" y2="95984"/>
                            </a14:backgroundRemoval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221438" y="3343302"/>
                  <a:ext cx="748962" cy="601586"/>
                </a:xfrm>
                <a:prstGeom prst="rect">
                  <a:avLst/>
                </a:prstGeom>
              </p:spPr>
            </p:pic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54058691-F84F-CF7B-9D71-27DAEB8ADF48}"/>
                    </a:ext>
                  </a:extLst>
                </p:cNvPr>
                <p:cNvSpPr txBox="1"/>
                <p:nvPr/>
              </p:nvSpPr>
              <p:spPr>
                <a:xfrm>
                  <a:off x="5809152" y="3323191"/>
                  <a:ext cx="4749210" cy="7694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kumimoji="1" lang="ja-JP" altLang="en-US" sz="4400" dirty="0">
                      <a:solidFill>
                        <a:schemeClr val="accent1"/>
                      </a:solidFill>
                      <a:latin typeface="J-イワタ学参新教科書体ProN E" panose="02020900000000000000" pitchFamily="18" charset="-128"/>
                      <a:ea typeface="J-イワタ学参新教科書体ProN E" panose="02020900000000000000" pitchFamily="18" charset="-128"/>
                    </a:rPr>
                    <a:t>考査村　</a:t>
                  </a:r>
                  <a:r>
                    <a:rPr kumimoji="1" lang="en-US" altLang="ja-JP" sz="3200" dirty="0">
                      <a:solidFill>
                        <a:schemeClr val="accent1"/>
                      </a:solidFill>
                      <a:latin typeface="J-イワタ学参新教科書体ProN E" panose="02020900000000000000" pitchFamily="18" charset="-128"/>
                      <a:ea typeface="J-イワタ学参新教科書体ProN E" panose="02020900000000000000" pitchFamily="18" charset="-128"/>
                    </a:rPr>
                    <a:t>Ver.25H2</a:t>
                  </a:r>
                  <a:endParaRPr kumimoji="1" lang="ja-JP" altLang="en-US" sz="4400" dirty="0">
                    <a:solidFill>
                      <a:schemeClr val="accent1"/>
                    </a:solidFill>
                    <a:latin typeface="J-イワタ学参新教科書体ProN E" panose="02020900000000000000" pitchFamily="18" charset="-128"/>
                    <a:ea typeface="J-イワタ学参新教科書体ProN E" panose="02020900000000000000" pitchFamily="18" charset="-128"/>
                  </a:endParaRPr>
                </a:p>
              </p:txBody>
            </p:sp>
          </p:grpSp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1E47888C-6AA1-8D58-E1CE-31E31252D418}"/>
                  </a:ext>
                </a:extLst>
              </p:cNvPr>
              <p:cNvSpPr txBox="1"/>
              <p:nvPr/>
            </p:nvSpPr>
            <p:spPr>
              <a:xfrm>
                <a:off x="5240470" y="2397948"/>
                <a:ext cx="342138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kumimoji="1" lang="ja-JP" altLang="en-US" b="1" dirty="0">
                  <a:solidFill>
                    <a:schemeClr val="accent1"/>
                  </a:solidFill>
                </a:endParaRPr>
              </a:p>
            </p:txBody>
          </p:sp>
        </p:grp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3E50B6EA-4FED-8842-DDBD-BB66BC2EA44C}"/>
                </a:ext>
              </a:extLst>
            </p:cNvPr>
            <p:cNvSpPr txBox="1"/>
            <p:nvPr/>
          </p:nvSpPr>
          <p:spPr>
            <a:xfrm>
              <a:off x="4389795" y="3965000"/>
              <a:ext cx="512273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kumimoji="1" lang="ja-JP" altLang="en-US" b="1" dirty="0">
                <a:solidFill>
                  <a:schemeClr val="accent1"/>
                </a:solidFill>
              </a:endParaRPr>
            </a:p>
          </p:txBody>
        </p:sp>
      </p:grpSp>
      <p:pic>
        <p:nvPicPr>
          <p:cNvPr id="5" name="ロゴ">
            <a:hlinkClick r:id="" action="ppaction://media"/>
            <a:extLst>
              <a:ext uri="{FF2B5EF4-FFF2-40B4-BE49-F238E27FC236}">
                <a16:creationId xmlns:a16="http://schemas.microsoft.com/office/drawing/2014/main" id="{57F9D380-934C-E1A0-8CD3-3F112C720D7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1239825" y="1716174"/>
            <a:ext cx="609600" cy="6096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6AA62D5-0131-DD9C-A05A-231D2B7583B6}"/>
              </a:ext>
            </a:extLst>
          </p:cNvPr>
          <p:cNvSpPr/>
          <p:nvPr/>
        </p:nvSpPr>
        <p:spPr>
          <a:xfrm>
            <a:off x="0" y="3925718"/>
            <a:ext cx="12192000" cy="12549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C3F10F2-66E5-FED0-F174-628BB22C256B}"/>
              </a:ext>
            </a:extLst>
          </p:cNvPr>
          <p:cNvSpPr/>
          <p:nvPr/>
        </p:nvSpPr>
        <p:spPr>
          <a:xfrm>
            <a:off x="0" y="3925718"/>
            <a:ext cx="12192000" cy="1254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565C146-0C4F-4BEB-A184-4B1248C9EFDE}"/>
              </a:ext>
            </a:extLst>
          </p:cNvPr>
          <p:cNvSpPr txBox="1"/>
          <p:nvPr/>
        </p:nvSpPr>
        <p:spPr>
          <a:xfrm>
            <a:off x="1907074" y="2786745"/>
            <a:ext cx="8615445" cy="2739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4800" b="1" spc="50" dirty="0">
                <a:ln w="0"/>
                <a:solidFill>
                  <a:schemeClr val="bg2">
                    <a:lumMod val="50000"/>
                  </a:schemeClr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大規模更新のお知らせ</a:t>
            </a:r>
            <a:endParaRPr kumimoji="1" lang="en-US" altLang="ja-JP" sz="4800" b="1" spc="50" dirty="0">
              <a:ln w="0"/>
              <a:solidFill>
                <a:schemeClr val="bg2">
                  <a:lumMod val="50000"/>
                </a:schemeClr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  <a:p>
            <a:pPr algn="ctr"/>
            <a:endParaRPr kumimoji="1" lang="en-US" altLang="ja-JP" sz="4800" b="1" spc="50" dirty="0">
              <a:ln w="0"/>
              <a:solidFill>
                <a:schemeClr val="bg2">
                  <a:lumMod val="50000"/>
                </a:schemeClr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  <a:p>
            <a:pPr algn="ctr"/>
            <a:r>
              <a:rPr kumimoji="1" lang="ja-JP" altLang="en-US" sz="2800" b="1" spc="50" dirty="0">
                <a:ln w="0"/>
                <a:solidFill>
                  <a:schemeClr val="bg1">
                    <a:lumMod val="65000"/>
                  </a:schemeClr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新機能の追加＆仕様変更の案内</a:t>
            </a:r>
            <a:endParaRPr kumimoji="1" lang="en-US" altLang="ja-JP" sz="6000" b="1" spc="50" dirty="0">
              <a:ln w="0"/>
              <a:solidFill>
                <a:schemeClr val="bg1">
                  <a:lumMod val="65000"/>
                </a:schemeClr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  <a:p>
            <a:pPr algn="ctr"/>
            <a:endParaRPr kumimoji="1" lang="ja-JP" altLang="en-US" sz="4800" b="1" spc="50" dirty="0">
              <a:ln w="0"/>
              <a:solidFill>
                <a:schemeClr val="bg2">
                  <a:lumMod val="50000"/>
                </a:schemeClr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611908154"/>
      </p:ext>
    </p:extLst>
  </p:cSld>
  <p:clrMapOvr>
    <a:masterClrMapping/>
  </p:clrMapOvr>
  <p:transition advTm="300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xit" presetSubtype="8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22" presetClass="exit" presetSubtype="8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numSld="999" showWhenStopped="0">
                <p:cTn id="2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  <p:bldLst>
      <p:bldP spid="4" grpId="0" animBg="1"/>
      <p:bldP spid="4" grpId="1" animBg="1"/>
      <p:bldP spid="6" grpId="0" animBg="1"/>
      <p:bldP spid="6" grpId="1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76C02519-2E4E-714E-365A-84C26BDDF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安全ビデオ">
            <a:hlinkClick r:id="" action="ppaction://media"/>
            <a:extLst>
              <a:ext uri="{FF2B5EF4-FFF2-40B4-BE49-F238E27FC236}">
                <a16:creationId xmlns:a16="http://schemas.microsoft.com/office/drawing/2014/main" id="{80779BD0-738F-342C-2887-F9A0DAC7918A}"/>
              </a:ext>
            </a:extLst>
          </p:cNvPr>
          <p:cNvPicPr>
            <a:picLocks noChangeAspect="1"/>
          </p:cNvPicPr>
          <p:nvPr>
            <a:audioFile r:link="rId1"/>
            <p:extLst>
              <p:ext uri="{DAA4B4D4-6D71-4841-9C94-3DE7FCFB9230}">
                <p14:media xmlns:p14="http://schemas.microsoft.com/office/powerpoint/2010/main" r:embed="rId2">
                  <p14:trim end="3973.7913"/>
                </p14:media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231765" y="5960862"/>
            <a:ext cx="609600" cy="609600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58A7D55-08F2-44ED-894D-D0DCBACADD6A}"/>
              </a:ext>
            </a:extLst>
          </p:cNvPr>
          <p:cNvSpPr txBox="1"/>
          <p:nvPr/>
        </p:nvSpPr>
        <p:spPr>
          <a:xfrm>
            <a:off x="8679065" y="6183086"/>
            <a:ext cx="28575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b="1" dirty="0">
                <a:solidFill>
                  <a:schemeClr val="bg2">
                    <a:lumMod val="50000"/>
                  </a:schemeClr>
                </a:solidFill>
                <a:latin typeface="J-イワタ福まるごStdN B" panose="020F0800000000000000" pitchFamily="34" charset="-128"/>
                <a:ea typeface="J-イワタ福まるごStdN B" panose="020F0800000000000000" pitchFamily="34" charset="-128"/>
              </a:rPr>
              <a:t>考査村</a:t>
            </a:r>
            <a:r>
              <a:rPr kumimoji="1" lang="en-US" altLang="ja-JP" sz="2000" b="1" dirty="0">
                <a:solidFill>
                  <a:schemeClr val="bg2">
                    <a:lumMod val="50000"/>
                  </a:schemeClr>
                </a:solidFill>
                <a:latin typeface="J-イワタ福まるごStdN B" panose="020F0800000000000000" pitchFamily="34" charset="-128"/>
                <a:ea typeface="J-イワタ福まるごStdN B" panose="020F0800000000000000" pitchFamily="34" charset="-128"/>
              </a:rPr>
              <a:t>25-H2</a:t>
            </a:r>
            <a:r>
              <a:rPr kumimoji="1" lang="ja-JP" altLang="en-US" sz="2000" b="1" dirty="0">
                <a:solidFill>
                  <a:schemeClr val="bg2">
                    <a:lumMod val="50000"/>
                  </a:schemeClr>
                </a:solidFill>
                <a:latin typeface="J-イワタ福まるごStdN B" panose="020F0800000000000000" pitchFamily="34" charset="-128"/>
                <a:ea typeface="J-イワタ福まるごStdN B" panose="020F0800000000000000" pitchFamily="34" charset="-128"/>
              </a:rPr>
              <a:t>の紹介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5390427-7EDB-42D5-AF39-A65F361E6EE5}"/>
              </a:ext>
            </a:extLst>
          </p:cNvPr>
          <p:cNvSpPr txBox="1"/>
          <p:nvPr/>
        </p:nvSpPr>
        <p:spPr>
          <a:xfrm>
            <a:off x="195943" y="198963"/>
            <a:ext cx="9954986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kumimoji="1" lang="ja-JP" altLang="en-US" b="1" dirty="0"/>
              <a:t>　　</a:t>
            </a:r>
            <a:r>
              <a:rPr kumimoji="1" lang="ja-JP" altLang="en-US" sz="4800" b="1" dirty="0"/>
              <a:t>　</a:t>
            </a:r>
            <a:r>
              <a:rPr kumimoji="1" lang="ja-JP" altLang="en-US" sz="3600" b="1" dirty="0"/>
              <a:t>投稿後の報酬がゲームで決まります</a:t>
            </a:r>
            <a:endParaRPr kumimoji="1" lang="ja-JP" altLang="en-US" b="1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6BE7EC3-02E6-4AE1-98EC-B3C79FC7D879}"/>
              </a:ext>
            </a:extLst>
          </p:cNvPr>
          <p:cNvSpPr txBox="1"/>
          <p:nvPr/>
        </p:nvSpPr>
        <p:spPr>
          <a:xfrm>
            <a:off x="383721" y="352852"/>
            <a:ext cx="778329" cy="5232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ja-JP" altLang="en-US" sz="2800" b="1" dirty="0"/>
              <a:t>１</a:t>
            </a:r>
            <a:endParaRPr kumimoji="1" lang="ja-JP" altLang="en-US" b="1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32B6AA98-24E0-49F9-BB4E-9A3857928181}"/>
              </a:ext>
            </a:extLst>
          </p:cNvPr>
          <p:cNvSpPr txBox="1"/>
          <p:nvPr/>
        </p:nvSpPr>
        <p:spPr>
          <a:xfrm>
            <a:off x="383720" y="1377043"/>
            <a:ext cx="682806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＜ルール＞</a:t>
            </a:r>
            <a:endParaRPr kumimoji="1" lang="en-US" altLang="ja-JP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endParaRPr kumimoji="1" lang="en-US" altLang="ja-JP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r>
              <a:rPr kumimoji="1" lang="ja-JP" altLang="en-US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表示されているカードの中から１枚選ぶ→</a:t>
            </a:r>
            <a:r>
              <a:rPr kumimoji="1" lang="ja-JP" altLang="en-US" b="1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書かれた報酬ゲット</a:t>
            </a:r>
            <a:endParaRPr kumimoji="1" lang="en-US" altLang="ja-JP" b="1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r>
              <a:rPr kumimoji="1" lang="ja-JP" altLang="en-US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「終了」が出るまで継続します。報酬はどんどん増えていきます。</a:t>
            </a:r>
            <a:endParaRPr kumimoji="1" lang="en-US" altLang="ja-JP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endParaRPr kumimoji="1" lang="en-US" altLang="ja-JP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endParaRPr kumimoji="1" lang="en-US" altLang="ja-JP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endParaRPr kumimoji="1" lang="en-US" altLang="ja-JP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r>
              <a:rPr kumimoji="1" lang="ja-JP" altLang="en-US" b="1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　　　　　　　「終了」</a:t>
            </a:r>
            <a:r>
              <a:rPr kumimoji="1" lang="ja-JP" altLang="en-US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が出る</a:t>
            </a:r>
            <a:endParaRPr kumimoji="1" lang="en-US" altLang="ja-JP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endParaRPr kumimoji="1" lang="en-US" altLang="ja-JP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endParaRPr kumimoji="1" lang="en-US" altLang="ja-JP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endParaRPr kumimoji="1" lang="en-US" altLang="ja-JP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r>
              <a:rPr kumimoji="1" lang="ja-JP" altLang="en-US" b="1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「ダブルアップチャレンジ」</a:t>
            </a:r>
            <a:r>
              <a:rPr kumimoji="1" lang="ja-JP" altLang="en-US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を３回まで行うことができます。</a:t>
            </a:r>
            <a:endParaRPr kumimoji="1" lang="en-US" altLang="ja-JP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r>
              <a:rPr kumimoji="1" lang="ja-JP" altLang="en-US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「成功」のカードを選ぶと、</a:t>
            </a:r>
            <a:r>
              <a:rPr kumimoji="1" lang="ja-JP" altLang="en-US" b="1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報酬２倍</a:t>
            </a:r>
            <a:r>
              <a:rPr kumimoji="1" lang="ja-JP" altLang="en-US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！</a:t>
            </a:r>
            <a:endParaRPr kumimoji="1" lang="en-US" altLang="ja-JP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r>
              <a:rPr kumimoji="1" lang="ja-JP" altLang="en-US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「失敗」を選ぶとすべて消えます。</a:t>
            </a:r>
            <a:endParaRPr kumimoji="1" lang="en-US" altLang="ja-JP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sp>
        <p:nvSpPr>
          <p:cNvPr id="11" name="矢印: 下 10">
            <a:extLst>
              <a:ext uri="{FF2B5EF4-FFF2-40B4-BE49-F238E27FC236}">
                <a16:creationId xmlns:a16="http://schemas.microsoft.com/office/drawing/2014/main" id="{0F20F9B0-149E-4A10-BDE9-F031854B559F}"/>
              </a:ext>
            </a:extLst>
          </p:cNvPr>
          <p:cNvSpPr/>
          <p:nvPr/>
        </p:nvSpPr>
        <p:spPr>
          <a:xfrm>
            <a:off x="2217963" y="2672442"/>
            <a:ext cx="1445079" cy="593271"/>
          </a:xfrm>
          <a:prstGeom prst="downArrow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矢印: 下 11">
            <a:extLst>
              <a:ext uri="{FF2B5EF4-FFF2-40B4-BE49-F238E27FC236}">
                <a16:creationId xmlns:a16="http://schemas.microsoft.com/office/drawing/2014/main" id="{7CBEA305-3C84-4E3E-9B4E-1CD928C4AA3E}"/>
              </a:ext>
            </a:extLst>
          </p:cNvPr>
          <p:cNvSpPr/>
          <p:nvPr/>
        </p:nvSpPr>
        <p:spPr>
          <a:xfrm>
            <a:off x="2217962" y="3713265"/>
            <a:ext cx="1445079" cy="593271"/>
          </a:xfrm>
          <a:prstGeom prst="downArrow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98666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med" p14:dur="700" advTm="1000">
        <p:fade/>
      </p:transition>
    </mc:Choice>
    <mc:Fallback>
      <p:transition spd="med" advTm="1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numSld="999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76C02519-2E4E-714E-365A-84C26BDDF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58A7D55-08F2-44ED-894D-D0DCBACADD6A}"/>
              </a:ext>
            </a:extLst>
          </p:cNvPr>
          <p:cNvSpPr txBox="1"/>
          <p:nvPr/>
        </p:nvSpPr>
        <p:spPr>
          <a:xfrm>
            <a:off x="8722179" y="6170352"/>
            <a:ext cx="28575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b="1" dirty="0">
                <a:solidFill>
                  <a:schemeClr val="bg2">
                    <a:lumMod val="50000"/>
                  </a:schemeClr>
                </a:solidFill>
                <a:latin typeface="J-イワタ福まるごStdN B" panose="020F0800000000000000" pitchFamily="34" charset="-128"/>
                <a:ea typeface="J-イワタ福まるごStdN B" panose="020F0800000000000000" pitchFamily="34" charset="-128"/>
              </a:rPr>
              <a:t>考査村</a:t>
            </a:r>
            <a:r>
              <a:rPr kumimoji="1" lang="en-US" altLang="ja-JP" sz="2000" b="1" dirty="0">
                <a:solidFill>
                  <a:schemeClr val="bg2">
                    <a:lumMod val="50000"/>
                  </a:schemeClr>
                </a:solidFill>
                <a:latin typeface="J-イワタ福まるごStdN B" panose="020F0800000000000000" pitchFamily="34" charset="-128"/>
                <a:ea typeface="J-イワタ福まるごStdN B" panose="020F0800000000000000" pitchFamily="34" charset="-128"/>
              </a:rPr>
              <a:t>25-H2</a:t>
            </a:r>
            <a:r>
              <a:rPr kumimoji="1" lang="ja-JP" altLang="en-US" sz="2000" b="1" dirty="0">
                <a:solidFill>
                  <a:schemeClr val="bg2">
                    <a:lumMod val="50000"/>
                  </a:schemeClr>
                </a:solidFill>
                <a:latin typeface="J-イワタ福まるごStdN B" panose="020F0800000000000000" pitchFamily="34" charset="-128"/>
                <a:ea typeface="J-イワタ福まるごStdN B" panose="020F0800000000000000" pitchFamily="34" charset="-128"/>
              </a:rPr>
              <a:t>の紹介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5390427-7EDB-42D5-AF39-A65F361E6EE5}"/>
              </a:ext>
            </a:extLst>
          </p:cNvPr>
          <p:cNvSpPr txBox="1"/>
          <p:nvPr/>
        </p:nvSpPr>
        <p:spPr>
          <a:xfrm>
            <a:off x="195943" y="198963"/>
            <a:ext cx="9954986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kumimoji="1" lang="ja-JP" altLang="en-US" b="1" dirty="0"/>
              <a:t>　　</a:t>
            </a:r>
            <a:r>
              <a:rPr kumimoji="1" lang="ja-JP" altLang="en-US" sz="4800" b="1" dirty="0"/>
              <a:t>　</a:t>
            </a:r>
            <a:r>
              <a:rPr kumimoji="1" lang="ja-JP" altLang="en-US" sz="3600" b="1" dirty="0"/>
              <a:t>投稿後の報酬がルーレットで決まります</a:t>
            </a:r>
            <a:endParaRPr kumimoji="1" lang="ja-JP" altLang="en-US" b="1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6BE7EC3-02E6-4AE1-98EC-B3C79FC7D879}"/>
              </a:ext>
            </a:extLst>
          </p:cNvPr>
          <p:cNvSpPr txBox="1"/>
          <p:nvPr/>
        </p:nvSpPr>
        <p:spPr>
          <a:xfrm>
            <a:off x="383721" y="352852"/>
            <a:ext cx="778329" cy="5232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ja-JP" altLang="en-US" sz="2800" b="1" dirty="0"/>
              <a:t>１</a:t>
            </a:r>
            <a:endParaRPr kumimoji="1" lang="ja-JP" altLang="en-US" b="1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D0C6AB5-22EC-45C2-81CD-CEB550BA7E0A}"/>
              </a:ext>
            </a:extLst>
          </p:cNvPr>
          <p:cNvSpPr txBox="1"/>
          <p:nvPr/>
        </p:nvSpPr>
        <p:spPr>
          <a:xfrm>
            <a:off x="606879" y="1163425"/>
            <a:ext cx="10978242" cy="4955203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kumimoji="1" lang="ja-JP" altLang="en-US" sz="28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閲覧チケットとは？</a:t>
            </a:r>
            <a:endParaRPr kumimoji="1" lang="en-US" altLang="ja-JP" sz="2800" b="1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kumimoji="1" lang="ja-JP" altLang="en-US" sz="2800" b="1" dirty="0"/>
              <a:t>　フリーモードのタイマーが</a:t>
            </a:r>
            <a:r>
              <a:rPr kumimoji="1" lang="ja-JP" altLang="en-US" sz="2800" b="1" dirty="0">
                <a:solidFill>
                  <a:schemeClr val="bg2">
                    <a:lumMod val="50000"/>
                  </a:schemeClr>
                </a:solidFill>
              </a:rPr>
              <a:t>終了した後</a:t>
            </a:r>
            <a:r>
              <a:rPr kumimoji="1" lang="ja-JP" altLang="en-US" sz="2800" b="1" dirty="0"/>
              <a:t>に、チケットを消費</a:t>
            </a:r>
            <a:endParaRPr kumimoji="1" lang="en-US" altLang="ja-JP" sz="2800" b="1" dirty="0"/>
          </a:p>
          <a:p>
            <a:r>
              <a:rPr kumimoji="1" lang="ja-JP" altLang="en-US" sz="2800" b="1" dirty="0"/>
              <a:t>　して待ち時間ゼロで閲覧できます。チケットは期限なく使えます。</a:t>
            </a:r>
            <a:endParaRPr kumimoji="1" lang="en-US" altLang="ja-JP" sz="2800" b="1" dirty="0"/>
          </a:p>
          <a:p>
            <a:endParaRPr kumimoji="1" lang="en-US" altLang="ja-JP" sz="2800" b="1" u="sng" dirty="0"/>
          </a:p>
          <a:p>
            <a:r>
              <a:rPr kumimoji="1" lang="ja-JP" altLang="en-US" sz="2800" b="1" dirty="0"/>
              <a:t>　</a:t>
            </a:r>
            <a:r>
              <a:rPr kumimoji="1" lang="ja-JP" altLang="en-US" sz="2800" b="1" u="sng" dirty="0"/>
              <a:t>タイマーが残っている間はチケットを消費しません。</a:t>
            </a:r>
            <a:endParaRPr kumimoji="1" lang="en-US" altLang="ja-JP" sz="2800" b="1" u="sng" dirty="0"/>
          </a:p>
          <a:p>
            <a:endParaRPr kumimoji="1" lang="en-US" altLang="ja-JP" sz="2800" b="1" u="sng" dirty="0"/>
          </a:p>
          <a:p>
            <a:endParaRPr kumimoji="1" lang="en-US" altLang="ja-JP" sz="2800" b="1" u="sng" dirty="0"/>
          </a:p>
          <a:p>
            <a:endParaRPr kumimoji="1" lang="en-US" altLang="ja-JP" sz="2800" b="1" u="sng" dirty="0"/>
          </a:p>
          <a:p>
            <a:endParaRPr kumimoji="1" lang="en-US" altLang="ja-JP" sz="2800" b="1" u="sng" dirty="0"/>
          </a:p>
          <a:p>
            <a:endParaRPr kumimoji="1" lang="en-US" altLang="ja-JP" sz="2800" b="1" u="sng" dirty="0"/>
          </a:p>
          <a:p>
            <a:endParaRPr kumimoji="1" lang="en-US" altLang="ja-JP" sz="2800" b="1" u="sng" dirty="0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DB0729E4-5CA4-452D-AE17-446095CBBA0B}"/>
              </a:ext>
            </a:extLst>
          </p:cNvPr>
          <p:cNvGrpSpPr/>
          <p:nvPr/>
        </p:nvGrpSpPr>
        <p:grpSpPr>
          <a:xfrm>
            <a:off x="2114550" y="4045389"/>
            <a:ext cx="7962900" cy="1649186"/>
            <a:chOff x="1162050" y="3435405"/>
            <a:chExt cx="7962900" cy="1649186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3DC4FD96-D1B4-4725-9A2D-32C9BC80D34D}"/>
                </a:ext>
              </a:extLst>
            </p:cNvPr>
            <p:cNvSpPr/>
            <p:nvPr/>
          </p:nvSpPr>
          <p:spPr>
            <a:xfrm>
              <a:off x="1162050" y="3435405"/>
              <a:ext cx="2536371" cy="1649186"/>
            </a:xfrm>
            <a:prstGeom prst="rect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2800" b="1" dirty="0"/>
                <a:t>タイマー終了</a:t>
              </a:r>
            </a:p>
          </p:txBody>
        </p:sp>
        <p:sp>
          <p:nvSpPr>
            <p:cNvPr id="8" name="矢印: 右 7">
              <a:extLst>
                <a:ext uri="{FF2B5EF4-FFF2-40B4-BE49-F238E27FC236}">
                  <a16:creationId xmlns:a16="http://schemas.microsoft.com/office/drawing/2014/main" id="{AD97347F-FDA2-4814-9F37-AC52B93DD12C}"/>
                </a:ext>
              </a:extLst>
            </p:cNvPr>
            <p:cNvSpPr/>
            <p:nvPr/>
          </p:nvSpPr>
          <p:spPr>
            <a:xfrm>
              <a:off x="3837214" y="3849354"/>
              <a:ext cx="2487386" cy="729343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D5ED8956-019D-47F3-B569-1240189716DE}"/>
                </a:ext>
              </a:extLst>
            </p:cNvPr>
            <p:cNvSpPr/>
            <p:nvPr/>
          </p:nvSpPr>
          <p:spPr>
            <a:xfrm>
              <a:off x="6588579" y="3435405"/>
              <a:ext cx="2536371" cy="1649186"/>
            </a:xfrm>
            <a:prstGeom prst="rect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2800" b="1" dirty="0"/>
                <a:t>チケット消費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523620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med" p14:dur="700" advTm="1000">
        <p:fade/>
      </p:transition>
    </mc:Choice>
    <mc:Fallback>
      <p:transition spd="med" advTm="100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76C02519-2E4E-714E-365A-84C26BDDF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58A7D55-08F2-44ED-894D-D0DCBACADD6A}"/>
              </a:ext>
            </a:extLst>
          </p:cNvPr>
          <p:cNvSpPr txBox="1"/>
          <p:nvPr/>
        </p:nvSpPr>
        <p:spPr>
          <a:xfrm>
            <a:off x="8679065" y="6183086"/>
            <a:ext cx="28575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b="1" dirty="0">
                <a:solidFill>
                  <a:schemeClr val="bg2">
                    <a:lumMod val="50000"/>
                  </a:schemeClr>
                </a:solidFill>
                <a:latin typeface="J-イワタ福まるごStdN B" panose="020F0800000000000000" pitchFamily="34" charset="-128"/>
                <a:ea typeface="J-イワタ福まるごStdN B" panose="020F0800000000000000" pitchFamily="34" charset="-128"/>
              </a:rPr>
              <a:t>考査村</a:t>
            </a:r>
            <a:r>
              <a:rPr kumimoji="1" lang="en-US" altLang="ja-JP" sz="2000" b="1" dirty="0">
                <a:solidFill>
                  <a:schemeClr val="bg2">
                    <a:lumMod val="50000"/>
                  </a:schemeClr>
                </a:solidFill>
                <a:latin typeface="J-イワタ福まるごStdN B" panose="020F0800000000000000" pitchFamily="34" charset="-128"/>
                <a:ea typeface="J-イワタ福まるごStdN B" panose="020F0800000000000000" pitchFamily="34" charset="-128"/>
              </a:rPr>
              <a:t>25-H2</a:t>
            </a:r>
            <a:r>
              <a:rPr kumimoji="1" lang="ja-JP" altLang="en-US" sz="2000" b="1" dirty="0">
                <a:solidFill>
                  <a:schemeClr val="bg2">
                    <a:lumMod val="50000"/>
                  </a:schemeClr>
                </a:solidFill>
                <a:latin typeface="J-イワタ福まるごStdN B" panose="020F0800000000000000" pitchFamily="34" charset="-128"/>
                <a:ea typeface="J-イワタ福まるごStdN B" panose="020F0800000000000000" pitchFamily="34" charset="-128"/>
              </a:rPr>
              <a:t>の紹介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5390427-7EDB-42D5-AF39-A65F361E6EE5}"/>
              </a:ext>
            </a:extLst>
          </p:cNvPr>
          <p:cNvSpPr txBox="1"/>
          <p:nvPr/>
        </p:nvSpPr>
        <p:spPr>
          <a:xfrm>
            <a:off x="195942" y="198963"/>
            <a:ext cx="11489871" cy="830997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kumimoji="1" lang="ja-JP" altLang="en-US" b="1" dirty="0"/>
              <a:t>　　</a:t>
            </a:r>
            <a:r>
              <a:rPr kumimoji="1" lang="ja-JP" altLang="en-US" sz="4800" b="1" dirty="0"/>
              <a:t>　</a:t>
            </a:r>
            <a:r>
              <a:rPr kumimoji="1" lang="ja-JP" altLang="en-US" sz="3600" b="1" dirty="0"/>
              <a:t>編集・削除機能</a:t>
            </a:r>
            <a:endParaRPr kumimoji="1" lang="ja-JP" altLang="en-US" b="1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6BE7EC3-02E6-4AE1-98EC-B3C79FC7D879}"/>
              </a:ext>
            </a:extLst>
          </p:cNvPr>
          <p:cNvSpPr txBox="1"/>
          <p:nvPr/>
        </p:nvSpPr>
        <p:spPr>
          <a:xfrm>
            <a:off x="383721" y="352852"/>
            <a:ext cx="778329" cy="5232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ja-JP" altLang="en-US" sz="2800" b="1" dirty="0"/>
              <a:t>２</a:t>
            </a:r>
            <a:endParaRPr kumimoji="1" lang="ja-JP" altLang="en-US" b="1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470D3C0-7997-41FB-B8C0-69B489A60367}"/>
              </a:ext>
            </a:extLst>
          </p:cNvPr>
          <p:cNvSpPr txBox="1"/>
          <p:nvPr/>
        </p:nvSpPr>
        <p:spPr>
          <a:xfrm>
            <a:off x="549729" y="1556657"/>
            <a:ext cx="112916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 u="sng" dirty="0"/>
              <a:t>アップロード時に「管理パスワード」を指定すると</a:t>
            </a:r>
            <a:endParaRPr kumimoji="1" lang="en-US" altLang="ja-JP" sz="2400" b="1" u="sng" dirty="0"/>
          </a:p>
          <a:p>
            <a:r>
              <a:rPr kumimoji="1" lang="ja-JP" altLang="en-US" sz="2400" b="1" u="sng" dirty="0"/>
              <a:t>検索画面で内容を編集したり削除したりできるようになりました！</a:t>
            </a:r>
          </a:p>
        </p:txBody>
      </p:sp>
    </p:spTree>
    <p:extLst>
      <p:ext uri="{BB962C8B-B14F-4D97-AF65-F5344CB8AC3E}">
        <p14:creationId xmlns:p14="http://schemas.microsoft.com/office/powerpoint/2010/main" val="12208127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med" p14:dur="700" advTm="1000">
        <p:fade/>
      </p:transition>
    </mc:Choice>
    <mc:Fallback>
      <p:transition spd="med" advTm="100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76C02519-2E4E-714E-365A-84C26BDDF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58A7D55-08F2-44ED-894D-D0DCBACADD6A}"/>
              </a:ext>
            </a:extLst>
          </p:cNvPr>
          <p:cNvSpPr txBox="1"/>
          <p:nvPr/>
        </p:nvSpPr>
        <p:spPr>
          <a:xfrm>
            <a:off x="8679065" y="6183086"/>
            <a:ext cx="28575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b="1" dirty="0">
                <a:solidFill>
                  <a:schemeClr val="bg2">
                    <a:lumMod val="50000"/>
                  </a:schemeClr>
                </a:solidFill>
                <a:latin typeface="J-イワタ福まるごStdN B" panose="020F0800000000000000" pitchFamily="34" charset="-128"/>
                <a:ea typeface="J-イワタ福まるごStdN B" panose="020F0800000000000000" pitchFamily="34" charset="-128"/>
              </a:rPr>
              <a:t>考査村</a:t>
            </a:r>
            <a:r>
              <a:rPr kumimoji="1" lang="en-US" altLang="ja-JP" sz="2000" b="1" dirty="0">
                <a:solidFill>
                  <a:schemeClr val="bg2">
                    <a:lumMod val="50000"/>
                  </a:schemeClr>
                </a:solidFill>
                <a:latin typeface="J-イワタ福まるごStdN B" panose="020F0800000000000000" pitchFamily="34" charset="-128"/>
                <a:ea typeface="J-イワタ福まるごStdN B" panose="020F0800000000000000" pitchFamily="34" charset="-128"/>
              </a:rPr>
              <a:t>25-H2</a:t>
            </a:r>
            <a:r>
              <a:rPr kumimoji="1" lang="ja-JP" altLang="en-US" sz="2000" b="1" dirty="0">
                <a:solidFill>
                  <a:schemeClr val="bg2">
                    <a:lumMod val="50000"/>
                  </a:schemeClr>
                </a:solidFill>
                <a:latin typeface="J-イワタ福まるごStdN B" panose="020F0800000000000000" pitchFamily="34" charset="-128"/>
                <a:ea typeface="J-イワタ福まるごStdN B" panose="020F0800000000000000" pitchFamily="34" charset="-128"/>
              </a:rPr>
              <a:t>の紹介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5390427-7EDB-42D5-AF39-A65F361E6EE5}"/>
              </a:ext>
            </a:extLst>
          </p:cNvPr>
          <p:cNvSpPr txBox="1"/>
          <p:nvPr/>
        </p:nvSpPr>
        <p:spPr>
          <a:xfrm>
            <a:off x="195942" y="198963"/>
            <a:ext cx="11489871" cy="83099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kumimoji="1" lang="ja-JP" altLang="en-US" b="1" dirty="0"/>
              <a:t>　　</a:t>
            </a:r>
            <a:r>
              <a:rPr kumimoji="1" lang="ja-JP" altLang="en-US" sz="4800" b="1" dirty="0"/>
              <a:t>　</a:t>
            </a:r>
            <a:r>
              <a:rPr kumimoji="1" lang="ja-JP" altLang="en-US" sz="3200" b="1" dirty="0"/>
              <a:t>待ち時間が長くなりました</a:t>
            </a:r>
            <a:endParaRPr kumimoji="1" lang="ja-JP" altLang="en-US" b="1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6BE7EC3-02E6-4AE1-98EC-B3C79FC7D879}"/>
              </a:ext>
            </a:extLst>
          </p:cNvPr>
          <p:cNvSpPr txBox="1"/>
          <p:nvPr/>
        </p:nvSpPr>
        <p:spPr>
          <a:xfrm>
            <a:off x="383721" y="352852"/>
            <a:ext cx="778329" cy="5232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ja-JP" altLang="en-US" sz="2800" b="1" dirty="0"/>
              <a:t>３</a:t>
            </a:r>
            <a:endParaRPr kumimoji="1" lang="ja-JP" altLang="en-US" b="1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470D3C0-7997-41FB-B8C0-69B489A60367}"/>
              </a:ext>
            </a:extLst>
          </p:cNvPr>
          <p:cNvSpPr txBox="1"/>
          <p:nvPr/>
        </p:nvSpPr>
        <p:spPr>
          <a:xfrm>
            <a:off x="549729" y="1556657"/>
            <a:ext cx="11291636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/>
              <a:t>みなさんがアップロードしてくれないので閲覧待ち時間を長くしました。。。</a:t>
            </a:r>
            <a:endParaRPr kumimoji="1" lang="en-US" altLang="ja-JP" b="1" dirty="0"/>
          </a:p>
          <a:p>
            <a:endParaRPr kumimoji="1" lang="en-US" altLang="ja-JP" b="1" dirty="0"/>
          </a:p>
          <a:p>
            <a:endParaRPr kumimoji="1" lang="en-US" altLang="ja-JP" b="1" dirty="0"/>
          </a:p>
          <a:p>
            <a:r>
              <a:rPr kumimoji="1" lang="ja-JP" altLang="en-US" b="1" dirty="0"/>
              <a:t>アップロードに協力していただく人が増えた場合、以前より</a:t>
            </a:r>
            <a:r>
              <a:rPr kumimoji="1" lang="ja-JP" altLang="en-US" b="1" u="sng" dirty="0"/>
              <a:t>待ち時間を短くします</a:t>
            </a:r>
            <a:r>
              <a:rPr kumimoji="1" lang="ja-JP" altLang="en-US" b="1" dirty="0"/>
              <a:t>。</a:t>
            </a:r>
            <a:endParaRPr kumimoji="1" lang="en-US" altLang="ja-JP" b="1" dirty="0"/>
          </a:p>
          <a:p>
            <a:endParaRPr kumimoji="1" lang="en-US" altLang="ja-JP" b="1" dirty="0"/>
          </a:p>
          <a:p>
            <a:endParaRPr kumimoji="1" lang="en-US" altLang="ja-JP" b="1" dirty="0"/>
          </a:p>
          <a:p>
            <a:endParaRPr kumimoji="1" lang="en-US" altLang="ja-JP" b="1" dirty="0"/>
          </a:p>
          <a:p>
            <a:r>
              <a:rPr kumimoji="1" lang="ja-JP" altLang="en-US" sz="2400" b="1" u="sng" dirty="0"/>
              <a:t>☆サービス維持のため、アップロードにご協力願います </a:t>
            </a:r>
            <a:r>
              <a:rPr kumimoji="1" lang="en-US" altLang="ja-JP" sz="2400" b="1" u="sng" dirty="0"/>
              <a:t>m(_ _)m</a:t>
            </a:r>
            <a:endParaRPr kumimoji="1" lang="ja-JP" altLang="en-US" sz="2400" b="1" u="sng" dirty="0"/>
          </a:p>
        </p:txBody>
      </p:sp>
    </p:spTree>
    <p:extLst>
      <p:ext uri="{BB962C8B-B14F-4D97-AF65-F5344CB8AC3E}">
        <p14:creationId xmlns:p14="http://schemas.microsoft.com/office/powerpoint/2010/main" val="29774854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med" p14:dur="700" advTm="1000">
        <p:fade/>
      </p:transition>
    </mc:Choice>
    <mc:Fallback>
      <p:transition spd="med" advTm="10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76C02519-2E4E-714E-365A-84C26BDDF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58A7D55-08F2-44ED-894D-D0DCBACADD6A}"/>
              </a:ext>
            </a:extLst>
          </p:cNvPr>
          <p:cNvSpPr txBox="1"/>
          <p:nvPr/>
        </p:nvSpPr>
        <p:spPr>
          <a:xfrm>
            <a:off x="8679065" y="6183086"/>
            <a:ext cx="28575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b="1" dirty="0">
                <a:solidFill>
                  <a:schemeClr val="bg2">
                    <a:lumMod val="50000"/>
                  </a:schemeClr>
                </a:solidFill>
                <a:latin typeface="J-イワタ福まるごStdN B" panose="020F0800000000000000" pitchFamily="34" charset="-128"/>
                <a:ea typeface="J-イワタ福まるごStdN B" panose="020F0800000000000000" pitchFamily="34" charset="-128"/>
              </a:rPr>
              <a:t>考査村</a:t>
            </a:r>
            <a:r>
              <a:rPr kumimoji="1" lang="en-US" altLang="ja-JP" sz="2000" b="1" dirty="0">
                <a:solidFill>
                  <a:schemeClr val="bg2">
                    <a:lumMod val="50000"/>
                  </a:schemeClr>
                </a:solidFill>
                <a:latin typeface="J-イワタ福まるごStdN B" panose="020F0800000000000000" pitchFamily="34" charset="-128"/>
                <a:ea typeface="J-イワタ福まるごStdN B" panose="020F0800000000000000" pitchFamily="34" charset="-128"/>
              </a:rPr>
              <a:t>25-H2</a:t>
            </a:r>
            <a:r>
              <a:rPr kumimoji="1" lang="ja-JP" altLang="en-US" sz="2000" b="1" dirty="0">
                <a:solidFill>
                  <a:schemeClr val="bg2">
                    <a:lumMod val="50000"/>
                  </a:schemeClr>
                </a:solidFill>
                <a:latin typeface="J-イワタ福まるごStdN B" panose="020F0800000000000000" pitchFamily="34" charset="-128"/>
                <a:ea typeface="J-イワタ福まるごStdN B" panose="020F0800000000000000" pitchFamily="34" charset="-128"/>
              </a:rPr>
              <a:t>の紹介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5390427-7EDB-42D5-AF39-A65F361E6EE5}"/>
              </a:ext>
            </a:extLst>
          </p:cNvPr>
          <p:cNvSpPr txBox="1"/>
          <p:nvPr/>
        </p:nvSpPr>
        <p:spPr>
          <a:xfrm>
            <a:off x="195942" y="198963"/>
            <a:ext cx="11489871" cy="2554545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kumimoji="1" lang="ja-JP" altLang="en-US" sz="4400" b="1" dirty="0"/>
              <a:t>お願い</a:t>
            </a:r>
            <a:endParaRPr kumimoji="1" lang="en-US" altLang="ja-JP" sz="4400" b="1" dirty="0"/>
          </a:p>
          <a:p>
            <a:r>
              <a:rPr kumimoji="1" lang="ja-JP" altLang="en-US" sz="4400" b="1" dirty="0"/>
              <a:t>　</a:t>
            </a:r>
            <a:r>
              <a:rPr kumimoji="1" lang="en-US" altLang="ja-JP" sz="2800" b="1" dirty="0"/>
              <a:t>Instagram</a:t>
            </a:r>
            <a:r>
              <a:rPr kumimoji="1" lang="ja-JP" altLang="en-US" sz="2800" b="1" dirty="0"/>
              <a:t>や</a:t>
            </a:r>
            <a:r>
              <a:rPr kumimoji="1" lang="en-US" altLang="ja-JP" sz="2800" b="1" dirty="0"/>
              <a:t>LINE</a:t>
            </a:r>
            <a:r>
              <a:rPr kumimoji="1" lang="ja-JP" altLang="en-US" sz="2800" b="1" dirty="0"/>
              <a:t>で開くと、投稿できないことがあるようです</a:t>
            </a:r>
            <a:endParaRPr kumimoji="1" lang="en-US" altLang="ja-JP" sz="2800" b="1" dirty="0"/>
          </a:p>
          <a:p>
            <a:r>
              <a:rPr kumimoji="1" lang="ja-JP" altLang="en-US" sz="2800" b="1" dirty="0"/>
              <a:t>　その場合は通常のブラウザで開き直してください。</a:t>
            </a:r>
            <a:endParaRPr kumimoji="1" lang="en-US" altLang="ja-JP" sz="2800" b="1" dirty="0"/>
          </a:p>
          <a:p>
            <a:r>
              <a:rPr kumimoji="1" lang="ja-JP" altLang="en-US" sz="4400" b="1" dirty="0"/>
              <a:t>　</a:t>
            </a:r>
            <a:r>
              <a:rPr kumimoji="1" lang="en-US" altLang="ja-JP" sz="3200" b="1" dirty="0"/>
              <a:t>※</a:t>
            </a:r>
            <a:r>
              <a:rPr kumimoji="1" lang="ja-JP" altLang="en-US" sz="2800" b="1" dirty="0">
                <a:solidFill>
                  <a:srgbClr val="FF0000"/>
                </a:solidFill>
              </a:rPr>
              <a:t>投稿後の報酬は投稿したブラウザでのみ有効</a:t>
            </a:r>
            <a:endParaRPr kumimoji="1" lang="ja-JP" altLang="en-US" sz="4400" b="1" dirty="0">
              <a:solidFill>
                <a:srgbClr val="FF0000"/>
              </a:solidFill>
            </a:endParaRPr>
          </a:p>
        </p:txBody>
      </p:sp>
      <p:pic>
        <p:nvPicPr>
          <p:cNvPr id="1026" name="Picture 2" descr="Instagram - Wikipedia">
            <a:extLst>
              <a:ext uri="{FF2B5EF4-FFF2-40B4-BE49-F238E27FC236}">
                <a16:creationId xmlns:a16="http://schemas.microsoft.com/office/drawing/2014/main" id="{FC06574A-1710-4377-A8F8-4E1BA268A7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6396" y="3305711"/>
            <a:ext cx="1453243" cy="14532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LINE (アプリケーション) - Wikipedia">
            <a:extLst>
              <a:ext uri="{FF2B5EF4-FFF2-40B4-BE49-F238E27FC236}">
                <a16:creationId xmlns:a16="http://schemas.microsoft.com/office/drawing/2014/main" id="{029954F0-782C-489E-A2D9-65051E1503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0" b="100000" l="0" r="100000">
                        <a14:foregroundMark x1="22222" y1="8000" x2="89778" y2="70667"/>
                        <a14:foregroundMark x1="80889" y1="14222" x2="24444" y2="74667"/>
                        <a14:foregroundMark x1="10667" y1="40444" x2="27111" y2="64889"/>
                        <a14:foregroundMark x1="11556" y1="10667" x2="20000" y2="59556"/>
                        <a14:foregroundMark x1="61333" y1="81778" x2="34222" y2="47556"/>
                        <a14:foregroundMark x1="28889" y1="96889" x2="38222" y2="52444"/>
                        <a14:foregroundMark x1="22222" y1="85333" x2="19556" y2="75111"/>
                        <a14:foregroundMark x1="19556" y1="80444" x2="66222" y2="81333"/>
                        <a14:foregroundMark x1="65333" y1="80889" x2="22667" y2="50222"/>
                        <a14:foregroundMark x1="15111" y1="57778" x2="32444" y2="16889"/>
                        <a14:foregroundMark x1="23556" y1="15111" x2="51111" y2="14222"/>
                        <a14:foregroundMark x1="9778" y1="15556" x2="69333" y2="17778"/>
                        <a14:foregroundMark x1="24889" y1="36889" x2="67556" y2="51111"/>
                        <a14:foregroundMark x1="27111" y1="41778" x2="63556" y2="55111"/>
                        <a14:foregroundMark x1="44444" y1="34667" x2="63556" y2="72000"/>
                        <a14:foregroundMark x1="64444" y1="27556" x2="80000" y2="70222"/>
                        <a14:foregroundMark x1="80000" y1="32000" x2="90667" y2="62222"/>
                        <a14:foregroundMark x1="82667" y1="11111" x2="92444" y2="49778"/>
                        <a14:foregroundMark x1="81778" y1="7556" x2="88000" y2="50667"/>
                        <a14:foregroundMark x1="48444" y1="14667" x2="11556" y2="56444"/>
                        <a14:foregroundMark x1="8000" y1="62222" x2="27111" y2="81778"/>
                        <a14:foregroundMark x1="9333" y1="74222" x2="24000" y2="93333"/>
                        <a14:foregroundMark x1="12444" y1="17333" x2="90667" y2="79556"/>
                        <a14:foregroundMark x1="86222" y1="72889" x2="58667" y2="92000"/>
                        <a14:foregroundMark x1="81778" y1="80444" x2="61333" y2="85333"/>
                        <a14:foregroundMark x1="72444" y1="85778" x2="83556" y2="83556"/>
                        <a14:foregroundMark x1="36889" y1="87111" x2="80889" y2="87111"/>
                        <a14:foregroundMark x1="60000" y1="88444" x2="86667" y2="90667"/>
                        <a14:foregroundMark x1="55556" y1="92889" x2="74667" y2="93778"/>
                        <a14:foregroundMark x1="40000" y1="90222" x2="68444" y2="91556"/>
                        <a14:foregroundMark x1="42667" y1="87111" x2="62667" y2="93333"/>
                        <a14:foregroundMark x1="43556" y1="71111" x2="60000" y2="96444"/>
                        <a14:foregroundMark x1="58667" y1="31556" x2="18667" y2="64444"/>
                        <a14:foregroundMark x1="55111" y1="32000" x2="46222" y2="15111"/>
                        <a14:foregroundMark x1="52000" y1="15556" x2="72889" y2="5778"/>
                        <a14:foregroundMark x1="71111" y1="12000" x2="44889" y2="12889"/>
                        <a14:foregroundMark x1="42667" y1="13333" x2="67556" y2="14667"/>
                        <a14:foregroundMark x1="54667" y1="14667" x2="63556" y2="14667"/>
                        <a14:foregroundMark x1="60000" y1="16889" x2="82667" y2="20889"/>
                        <a14:foregroundMark x1="80000" y1="22667" x2="88889" y2="38667"/>
                        <a14:foregroundMark x1="90667" y1="40889" x2="99111" y2="55111"/>
                        <a14:foregroundMark x1="88889" y1="32444" x2="91556" y2="50222"/>
                        <a14:foregroundMark x1="89333" y1="30222" x2="94222" y2="43111"/>
                        <a14:foregroundMark x1="96444" y1="34222" x2="75556" y2="7111"/>
                        <a14:foregroundMark x1="57778" y1="6667" x2="20000" y2="8444"/>
                        <a14:foregroundMark x1="44444" y1="64889" x2="5778" y2="41333"/>
                        <a14:foregroundMark x1="1333" y1="59111" x2="10667" y2="21333"/>
                        <a14:foregroundMark x1="7556" y1="23111" x2="4000" y2="78667"/>
                        <a14:foregroundMark x1="19556" y1="4444" x2="4889" y2="25778"/>
                        <a14:foregroundMark x1="89778" y1="17778" x2="90667" y2="11111"/>
                        <a14:foregroundMark x1="15556" y1="97778" x2="12000" y2="87556"/>
                        <a14:backgroundMark x1="4444" y1="5333" x2="7556" y2="2667"/>
                        <a14:backgroundMark x1="2667" y1="90667" x2="10222" y2="97333"/>
                        <a14:backgroundMark x1="97333" y1="94222" x2="94222" y2="99111"/>
                        <a14:backgroundMark x1="94222" y1="444" x2="99556" y2="355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37489" y="3335857"/>
            <a:ext cx="1453244" cy="14532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二等辺三角形 1">
            <a:extLst>
              <a:ext uri="{FF2B5EF4-FFF2-40B4-BE49-F238E27FC236}">
                <a16:creationId xmlns:a16="http://schemas.microsoft.com/office/drawing/2014/main" id="{67B91ADA-C662-4680-B03C-6419965B12B6}"/>
              </a:ext>
            </a:extLst>
          </p:cNvPr>
          <p:cNvSpPr/>
          <p:nvPr/>
        </p:nvSpPr>
        <p:spPr>
          <a:xfrm>
            <a:off x="1279628" y="3583562"/>
            <a:ext cx="1056779" cy="897542"/>
          </a:xfrm>
          <a:prstGeom prst="triangle">
            <a:avLst/>
          </a:prstGeom>
          <a:noFill/>
          <a:ln w="762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42C15120-EEC4-4556-9DD9-DE87304C70B9}"/>
              </a:ext>
            </a:extLst>
          </p:cNvPr>
          <p:cNvSpPr/>
          <p:nvPr/>
        </p:nvSpPr>
        <p:spPr>
          <a:xfrm>
            <a:off x="1246908" y="4938528"/>
            <a:ext cx="1184562" cy="1184562"/>
          </a:xfrm>
          <a:prstGeom prst="ellipse">
            <a:avLst/>
          </a:prstGeom>
          <a:noFill/>
          <a:ln w="762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30" name="Picture 6" descr="Google Chrome - Wikipedia">
            <a:extLst>
              <a:ext uri="{FF2B5EF4-FFF2-40B4-BE49-F238E27FC236}">
                <a16:creationId xmlns:a16="http://schemas.microsoft.com/office/drawing/2014/main" id="{5D8E32FC-955A-462C-A79C-3A37643328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1738" y="5051527"/>
            <a:ext cx="1071563" cy="1071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Safari - Apple サポート (公式)">
            <a:extLst>
              <a:ext uri="{FF2B5EF4-FFF2-40B4-BE49-F238E27FC236}">
                <a16:creationId xmlns:a16="http://schemas.microsoft.com/office/drawing/2014/main" id="{80720BC6-F8C9-4977-8365-54762E2593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2184" y="4997377"/>
            <a:ext cx="1066865" cy="10668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2133907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med" p14:dur="700" advTm="1000">
        <p:fade/>
      </p:transition>
    </mc:Choice>
    <mc:Fallback>
      <p:transition spd="med" advTm="100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1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3CAD85-5B8E-5719-D112-7918B3727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D9317E30-570C-30A2-3540-8C27306E1A75}"/>
              </a:ext>
            </a:extLst>
          </p:cNvPr>
          <p:cNvGrpSpPr/>
          <p:nvPr/>
        </p:nvGrpSpPr>
        <p:grpSpPr>
          <a:xfrm>
            <a:off x="3654312" y="2325774"/>
            <a:ext cx="5858213" cy="1936384"/>
            <a:chOff x="3654312" y="2397948"/>
            <a:chExt cx="5858213" cy="1936384"/>
          </a:xfrm>
        </p:grpSpPr>
        <p:grpSp>
          <p:nvGrpSpPr>
            <p:cNvPr id="2" name="グループ化 1">
              <a:extLst>
                <a:ext uri="{FF2B5EF4-FFF2-40B4-BE49-F238E27FC236}">
                  <a16:creationId xmlns:a16="http://schemas.microsoft.com/office/drawing/2014/main" id="{CB6E94B8-C12A-CE84-FC6D-968135403EE2}"/>
                </a:ext>
              </a:extLst>
            </p:cNvPr>
            <p:cNvGrpSpPr/>
            <p:nvPr/>
          </p:nvGrpSpPr>
          <p:grpSpPr>
            <a:xfrm>
              <a:off x="3654312" y="2397948"/>
              <a:ext cx="5007538" cy="1692771"/>
              <a:chOff x="3654312" y="2397948"/>
              <a:chExt cx="5007538" cy="1692771"/>
            </a:xfrm>
          </p:grpSpPr>
          <p:grpSp>
            <p:nvGrpSpPr>
              <p:cNvPr id="12" name="グループ化 11">
                <a:extLst>
                  <a:ext uri="{FF2B5EF4-FFF2-40B4-BE49-F238E27FC236}">
                    <a16:creationId xmlns:a16="http://schemas.microsoft.com/office/drawing/2014/main" id="{24917154-C9A1-0D11-70CD-0ADF3E4C00DE}"/>
                  </a:ext>
                </a:extLst>
              </p:cNvPr>
              <p:cNvGrpSpPr/>
              <p:nvPr/>
            </p:nvGrpSpPr>
            <p:grpSpPr>
              <a:xfrm>
                <a:off x="3654312" y="2767280"/>
                <a:ext cx="4883376" cy="1323439"/>
                <a:chOff x="3704364" y="2767279"/>
                <a:chExt cx="4883376" cy="1323439"/>
              </a:xfrm>
            </p:grpSpPr>
            <p:pic>
              <p:nvPicPr>
                <p:cNvPr id="10" name="図 9">
                  <a:extLst>
                    <a:ext uri="{FF2B5EF4-FFF2-40B4-BE49-F238E27FC236}">
                      <a16:creationId xmlns:a16="http://schemas.microsoft.com/office/drawing/2014/main" id="{126F6132-4F3A-B920-F8FC-ED75F4B5FFB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duotone>
                    <a:srgbClr val="4472C4">
                      <a:shade val="45000"/>
                      <a:satMod val="135000"/>
                    </a:srgbClr>
                    <a:prstClr val="white"/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2410" b="97590" l="3710" r="95645">
                              <a14:foregroundMark x1="36129" y1="33936" x2="36129" y2="33936"/>
                              <a14:foregroundMark x1="50645" y1="29920" x2="51290" y2="34538"/>
                              <a14:foregroundMark x1="50161" y1="6627" x2="49355" y2="6024"/>
                              <a14:foregroundMark x1="50161" y1="2410" x2="50161" y2="2410"/>
                              <a14:foregroundMark x1="3710" y1="96787" x2="3710" y2="96787"/>
                              <a14:foregroundMark x1="51935" y1="96988" x2="51935" y2="96988"/>
                              <a14:foregroundMark x1="72903" y1="97791" x2="72903" y2="97791"/>
                              <a14:foregroundMark x1="95645" y1="96988" x2="95645" y2="95984"/>
                            </a14:backgroundRemoval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704364" y="2861771"/>
                  <a:ext cx="1222641" cy="982057"/>
                </a:xfrm>
                <a:prstGeom prst="rect">
                  <a:avLst/>
                </a:prstGeom>
              </p:spPr>
            </p:pic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54058691-F84F-CF7B-9D71-27DAEB8ADF48}"/>
                    </a:ext>
                  </a:extLst>
                </p:cNvPr>
                <p:cNvSpPr txBox="1"/>
                <p:nvPr/>
              </p:nvSpPr>
              <p:spPr>
                <a:xfrm>
                  <a:off x="5242560" y="2767279"/>
                  <a:ext cx="3345180" cy="132343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kumimoji="1" lang="ja-JP" altLang="en-US" sz="8000" dirty="0">
                      <a:solidFill>
                        <a:schemeClr val="accent1"/>
                      </a:solidFill>
                      <a:latin typeface="J-イワタ学参新教科書体ProN E" panose="02020900000000000000" pitchFamily="18" charset="-128"/>
                      <a:ea typeface="J-イワタ学参新教科書体ProN E" panose="02020900000000000000" pitchFamily="18" charset="-128"/>
                    </a:rPr>
                    <a:t>考査村</a:t>
                  </a:r>
                </a:p>
              </p:txBody>
            </p:sp>
          </p:grpSp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1E47888C-6AA1-8D58-E1CE-31E31252D418}"/>
                  </a:ext>
                </a:extLst>
              </p:cNvPr>
              <p:cNvSpPr txBox="1"/>
              <p:nvPr/>
            </p:nvSpPr>
            <p:spPr>
              <a:xfrm>
                <a:off x="5240470" y="2397948"/>
                <a:ext cx="342138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b="1" dirty="0">
                    <a:solidFill>
                      <a:schemeClr val="accent1"/>
                    </a:solidFill>
                  </a:rPr>
                  <a:t>秋田高校</a:t>
                </a:r>
              </a:p>
            </p:txBody>
          </p:sp>
        </p:grp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3E50B6EA-4FED-8842-DDBD-BB66BC2EA44C}"/>
                </a:ext>
              </a:extLst>
            </p:cNvPr>
            <p:cNvSpPr txBox="1"/>
            <p:nvPr/>
          </p:nvSpPr>
          <p:spPr>
            <a:xfrm>
              <a:off x="4389795" y="3965000"/>
              <a:ext cx="512273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b="1" dirty="0">
                  <a:solidFill>
                    <a:schemeClr val="accent1"/>
                  </a:solidFill>
                </a:rPr>
                <a:t>無料・匿名で使える問題共有サイト</a:t>
              </a:r>
            </a:p>
          </p:txBody>
        </p:sp>
      </p:grpSp>
      <p:pic>
        <p:nvPicPr>
          <p:cNvPr id="5" name="ロゴ">
            <a:hlinkClick r:id="" action="ppaction://media"/>
            <a:extLst>
              <a:ext uri="{FF2B5EF4-FFF2-40B4-BE49-F238E27FC236}">
                <a16:creationId xmlns:a16="http://schemas.microsoft.com/office/drawing/2014/main" id="{57F9D380-934C-E1A0-8CD3-3F112C720D7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1239825" y="1716174"/>
            <a:ext cx="609600" cy="6096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6AA62D5-0131-DD9C-A05A-231D2B7583B6}"/>
              </a:ext>
            </a:extLst>
          </p:cNvPr>
          <p:cNvSpPr/>
          <p:nvPr/>
        </p:nvSpPr>
        <p:spPr>
          <a:xfrm>
            <a:off x="0" y="4700388"/>
            <a:ext cx="12192000" cy="12549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C3F10F2-66E5-FED0-F174-628BB22C256B}"/>
              </a:ext>
            </a:extLst>
          </p:cNvPr>
          <p:cNvSpPr/>
          <p:nvPr/>
        </p:nvSpPr>
        <p:spPr>
          <a:xfrm>
            <a:off x="0" y="4700388"/>
            <a:ext cx="12192000" cy="1254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886112"/>
      </p:ext>
    </p:extLst>
  </p:cSld>
  <p:clrMapOvr>
    <a:masterClrMapping/>
  </p:clrMapOvr>
  <p:transition advTm="300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xit" presetSubtype="8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22" presetClass="exit" presetSubtype="8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numSld="999" showWhenStopped="0">
                <p:cTn id="2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  <p:bldLst>
      <p:bldP spid="4" grpId="0" animBg="1"/>
      <p:bldP spid="4" grpId="1" animBg="1"/>
      <p:bldP spid="6" grpId="0" animBg="1"/>
      <p:bldP spid="6" grpId="1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C02519-2E4E-714E-365A-84C26BDDF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7E2467B8-6763-89AA-E042-9753EB25C719}"/>
              </a:ext>
            </a:extLst>
          </p:cNvPr>
          <p:cNvSpPr/>
          <p:nvPr/>
        </p:nvSpPr>
        <p:spPr>
          <a:xfrm>
            <a:off x="1616202" y="665630"/>
            <a:ext cx="8959599" cy="5526743"/>
          </a:xfrm>
          <a:prstGeom prst="roundRect">
            <a:avLst>
              <a:gd name="adj" fmla="val 7124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4800000" sx="102000" sy="102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b="1" dirty="0">
                <a:solidFill>
                  <a:schemeClr val="accent1"/>
                </a:solidFill>
              </a:rPr>
              <a:t>考査村のサービス維持のため、</a:t>
            </a:r>
            <a:endParaRPr kumimoji="1" lang="en-US" altLang="ja-JP" sz="2400" b="1" dirty="0">
              <a:solidFill>
                <a:schemeClr val="accent1"/>
              </a:solidFill>
            </a:endParaRPr>
          </a:p>
          <a:p>
            <a:pPr algn="ctr"/>
            <a:r>
              <a:rPr kumimoji="1" lang="ja-JP" altLang="en-US" sz="2400" b="1" dirty="0">
                <a:solidFill>
                  <a:schemeClr val="accent1"/>
                </a:solidFill>
              </a:rPr>
              <a:t>利用者の皆様にお伝えしたいことがあります。</a:t>
            </a:r>
            <a:endParaRPr kumimoji="1" lang="en-US" altLang="ja-JP" sz="2400" b="1" dirty="0">
              <a:solidFill>
                <a:schemeClr val="accent1"/>
              </a:solidFill>
            </a:endParaRPr>
          </a:p>
          <a:p>
            <a:pPr algn="ctr"/>
            <a:endParaRPr kumimoji="1" lang="en-US" altLang="ja-JP" sz="2400" b="1" dirty="0">
              <a:solidFill>
                <a:schemeClr val="accent1"/>
              </a:solidFill>
            </a:endParaRPr>
          </a:p>
          <a:p>
            <a:pPr algn="ctr"/>
            <a:r>
              <a:rPr kumimoji="1" lang="en-US" altLang="ja-JP" sz="2400" b="1" dirty="0">
                <a:solidFill>
                  <a:schemeClr val="accent1"/>
                </a:solidFill>
              </a:rPr>
              <a:t>In order to maintain the services of </a:t>
            </a:r>
            <a:r>
              <a:rPr kumimoji="1" lang="en-US" altLang="ja-JP" sz="2400" b="1" i="1" dirty="0" err="1">
                <a:solidFill>
                  <a:schemeClr val="accent1"/>
                </a:solidFill>
              </a:rPr>
              <a:t>Kosamura</a:t>
            </a:r>
            <a:r>
              <a:rPr kumimoji="1" lang="en-US" altLang="ja-JP" sz="2400" b="1" dirty="0">
                <a:solidFill>
                  <a:schemeClr val="accent1"/>
                </a:solidFill>
              </a:rPr>
              <a:t>,</a:t>
            </a:r>
          </a:p>
          <a:p>
            <a:pPr algn="ctr"/>
            <a:r>
              <a:rPr kumimoji="1" lang="en-US" altLang="ja-JP" sz="2400" b="1" dirty="0">
                <a:solidFill>
                  <a:schemeClr val="accent1"/>
                </a:solidFill>
              </a:rPr>
              <a:t>we have something to tell you.</a:t>
            </a:r>
          </a:p>
          <a:p>
            <a:pPr algn="ctr"/>
            <a:endParaRPr kumimoji="1" lang="en-US" altLang="ja-JP" sz="2400" b="1" dirty="0">
              <a:solidFill>
                <a:schemeClr val="accent1"/>
              </a:solidFill>
            </a:endParaRPr>
          </a:p>
          <a:p>
            <a:pPr algn="ctr"/>
            <a:r>
              <a:rPr kumimoji="1" lang="zh-CN" altLang="en-US" sz="2400" b="1" dirty="0">
                <a:solidFill>
                  <a:schemeClr val="accent1"/>
                </a:solidFill>
              </a:rPr>
              <a:t>为了维护考场村的服务，我们有事要通知您。</a:t>
            </a:r>
            <a:endParaRPr kumimoji="1" lang="en-US" altLang="ja-JP" sz="2400" b="1" dirty="0">
              <a:solidFill>
                <a:schemeClr val="accent1"/>
              </a:solidFill>
            </a:endParaRPr>
          </a:p>
          <a:p>
            <a:pPr algn="ctr"/>
            <a:endParaRPr kumimoji="1" lang="en-US" altLang="ja-JP" sz="2400" b="1" dirty="0">
              <a:solidFill>
                <a:schemeClr val="accent1"/>
              </a:solidFill>
            </a:endParaRPr>
          </a:p>
          <a:p>
            <a:pPr algn="ctr"/>
            <a:r>
              <a:rPr kumimoji="1" lang="ko-KR" altLang="en-US" sz="2400" b="1" dirty="0">
                <a:solidFill>
                  <a:schemeClr val="accent1"/>
                </a:solidFill>
              </a:rPr>
              <a:t>고사 마을의 서비스 유지를 위해</a:t>
            </a:r>
            <a:r>
              <a:rPr kumimoji="1" lang="en-US" altLang="ko-KR" sz="2400" b="1" dirty="0">
                <a:solidFill>
                  <a:schemeClr val="accent1"/>
                </a:solidFill>
              </a:rPr>
              <a:t>,</a:t>
            </a:r>
          </a:p>
          <a:p>
            <a:pPr algn="ctr"/>
            <a:r>
              <a:rPr kumimoji="1" lang="ko-KR" altLang="en-US" sz="2400" b="1" dirty="0">
                <a:solidFill>
                  <a:schemeClr val="accent1"/>
                </a:solidFill>
              </a:rPr>
              <a:t>여러분에게 전하고 싶은 일이 있습니다</a:t>
            </a:r>
            <a:r>
              <a:rPr kumimoji="1" lang="en-US" altLang="ko-KR" sz="2400" b="1" dirty="0">
                <a:solidFill>
                  <a:schemeClr val="accent1"/>
                </a:solidFill>
              </a:rPr>
              <a:t>.</a:t>
            </a:r>
            <a:endParaRPr kumimoji="1" lang="ja-JP" altLang="en-US" sz="2400" b="1" dirty="0">
              <a:solidFill>
                <a:schemeClr val="accent1"/>
              </a:solidFill>
            </a:endParaRPr>
          </a:p>
        </p:txBody>
      </p:sp>
      <p:pic>
        <p:nvPicPr>
          <p:cNvPr id="2" name="安全ビデオ">
            <a:hlinkClick r:id="" action="ppaction://media"/>
            <a:extLst>
              <a:ext uri="{FF2B5EF4-FFF2-40B4-BE49-F238E27FC236}">
                <a16:creationId xmlns:a16="http://schemas.microsoft.com/office/drawing/2014/main" id="{80779BD0-738F-342C-2887-F9A0DAC7918A}"/>
              </a:ext>
            </a:extLst>
          </p:cNvPr>
          <p:cNvPicPr>
            <a:picLocks noChangeAspect="1"/>
          </p:cNvPicPr>
          <p:nvPr>
            <a:audioFile r:link="rId1"/>
            <p:extLst>
              <p:ext uri="{DAA4B4D4-6D71-4841-9C94-3DE7FCFB9230}">
                <p14:media xmlns:p14="http://schemas.microsoft.com/office/powerpoint/2010/main" r:embed="rId2">
                  <p14:trim end="3973.7913"/>
                </p14:media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07308" y="677662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7644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4000">
        <p:fade/>
      </p:transition>
    </mc:Choice>
    <mc:Fallback xmlns="">
      <p:transition spd="med" advTm="4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numSld="999" showWhenStopped="0">
                <p:cTn id="1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</p:childTnLst>
        </p:cTn>
      </p:par>
    </p:tnLst>
    <p:bldLst>
      <p:bldP spid="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1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図 16">
            <a:extLst>
              <a:ext uri="{FF2B5EF4-FFF2-40B4-BE49-F238E27FC236}">
                <a16:creationId xmlns:a16="http://schemas.microsoft.com/office/drawing/2014/main" id="{43A58D52-BE0D-F526-79B6-5B64C85F8E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3" name="AutoShape 6" descr="色塗りできる人アイコン【黒】のイラスト|ぬれよん-ぬれるフリーイラスト">
            <a:extLst>
              <a:ext uri="{FF2B5EF4-FFF2-40B4-BE49-F238E27FC236}">
                <a16:creationId xmlns:a16="http://schemas.microsoft.com/office/drawing/2014/main" id="{D1357146-51B3-830A-D3CF-248A3A2499D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24" name="AutoShape 8" descr="色塗りできる人アイコン【黒】のイラスト|ぬれよん-ぬれるフリーイラスト">
            <a:extLst>
              <a:ext uri="{FF2B5EF4-FFF2-40B4-BE49-F238E27FC236}">
                <a16:creationId xmlns:a16="http://schemas.microsoft.com/office/drawing/2014/main" id="{BE8677CA-2658-5616-E865-4FB349DAF7E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8923822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">
        <p:fade/>
      </p:transition>
    </mc:Choice>
    <mc:Fallback xmlns="">
      <p:transition spd="med" advTm="1000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1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AB20BC-5765-526E-25D5-CCE4B79E6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4CDF2068-3529-7D33-01F2-89336A6802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3124359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FD7F9BD-74F9-8992-213F-A2BC161873D8}"/>
              </a:ext>
            </a:extLst>
          </p:cNvPr>
          <p:cNvSpPr/>
          <p:nvPr/>
        </p:nvSpPr>
        <p:spPr>
          <a:xfrm>
            <a:off x="0" y="166212"/>
            <a:ext cx="12192000" cy="3765550"/>
          </a:xfrm>
          <a:prstGeom prst="rect">
            <a:avLst/>
          </a:prstGeom>
          <a:gradFill>
            <a:gsLst>
              <a:gs pos="18000">
                <a:srgbClr val="EDF1F9"/>
              </a:gs>
              <a:gs pos="55000">
                <a:srgbClr val="EDF1F9">
                  <a:alpha val="55000"/>
                </a:srgbClr>
              </a:gs>
              <a:gs pos="100000">
                <a:srgbClr val="EDF1F9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4100" name="Picture 4" descr="汎用的な人のシルエットアイコン | 商用可の無料(フリー)のアイコン素材をダウンロードできるサイト『icon rainbow』">
            <a:extLst>
              <a:ext uri="{FF2B5EF4-FFF2-40B4-BE49-F238E27FC236}">
                <a16:creationId xmlns:a16="http://schemas.microsoft.com/office/drawing/2014/main" id="{526B872F-F4F9-F83F-93D6-BBA5675EF6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1837" y="5547360"/>
            <a:ext cx="1310640" cy="131064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汎用的な人のシルエットアイコン | 商用可の無料(フリー)のアイコン素材をダウンロードできるサイト『icon rainbow』">
            <a:extLst>
              <a:ext uri="{FF2B5EF4-FFF2-40B4-BE49-F238E27FC236}">
                <a16:creationId xmlns:a16="http://schemas.microsoft.com/office/drawing/2014/main" id="{58BCEF80-B4CD-8B9D-C963-34806DE711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0680" y="5547360"/>
            <a:ext cx="1310640" cy="131064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汎用的な人のシルエットアイコン | 商用可の無料(フリー)のアイコン素材をダウンロードできるサイト『icon rainbow』">
            <a:extLst>
              <a:ext uri="{FF2B5EF4-FFF2-40B4-BE49-F238E27FC236}">
                <a16:creationId xmlns:a16="http://schemas.microsoft.com/office/drawing/2014/main" id="{610E63E7-12C2-1CFA-B760-635D9DC868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79523" y="5547360"/>
            <a:ext cx="1310640" cy="131064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B1" descr="テストのアイコン | 【商用OK/無料】シンプルなフリーアイコン素材サイトSATO ICONS | 丸みのあるアウトラインとシルエットのアイコン 集【商用利用可能】">
            <a:extLst>
              <a:ext uri="{FF2B5EF4-FFF2-40B4-BE49-F238E27FC236}">
                <a16:creationId xmlns:a16="http://schemas.microsoft.com/office/drawing/2014/main" id="{7268B85B-8180-1E7D-7450-FBE46B92B7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5455" y="4316804"/>
            <a:ext cx="1101090" cy="1101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C2">
            <a:extLst>
              <a:ext uri="{FF2B5EF4-FFF2-40B4-BE49-F238E27FC236}">
                <a16:creationId xmlns:a16="http://schemas.microsoft.com/office/drawing/2014/main" id="{BE9DFB35-9E27-86E5-4D55-9052B07E2D5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9396" y="4739957"/>
            <a:ext cx="1355874" cy="1355874"/>
          </a:xfrm>
          <a:prstGeom prst="rect">
            <a:avLst/>
          </a:prstGeom>
        </p:spPr>
      </p:pic>
      <p:pic>
        <p:nvPicPr>
          <p:cNvPr id="2052" name="Picture 4" descr="本・雑誌のアイコン06 | フリーのアイコンイラスト素材 icon-pit">
            <a:extLst>
              <a:ext uri="{FF2B5EF4-FFF2-40B4-BE49-F238E27FC236}">
                <a16:creationId xmlns:a16="http://schemas.microsoft.com/office/drawing/2014/main" id="{CAA3AE51-3B22-7E60-86A5-B7E8F87B58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6730" y="4840679"/>
            <a:ext cx="1154430" cy="1154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4" descr="本・雑誌のアイコン06 | フリーのアイコンイラスト素材 icon-pit">
            <a:extLst>
              <a:ext uri="{FF2B5EF4-FFF2-40B4-BE49-F238E27FC236}">
                <a16:creationId xmlns:a16="http://schemas.microsoft.com/office/drawing/2014/main" id="{63D95203-7E16-996C-EEEB-4D046FCE36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6730" y="4840679"/>
            <a:ext cx="1154430" cy="1154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4" descr="本・雑誌のアイコン06 | フリーのアイコンイラスト素材 icon-pit">
            <a:extLst>
              <a:ext uri="{FF2B5EF4-FFF2-40B4-BE49-F238E27FC236}">
                <a16:creationId xmlns:a16="http://schemas.microsoft.com/office/drawing/2014/main" id="{7D13DC1D-BB66-FE3D-1954-35BF9B76A1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6730" y="4840679"/>
            <a:ext cx="1154430" cy="1154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B3" descr="テストのアイコン | 【商用OK/無料】シンプルなフリーアイコン素材サイトSATO ICONS | 丸みのあるアウトラインとシルエットのアイコン 集【商用利用可能】">
            <a:extLst>
              <a:ext uri="{FF2B5EF4-FFF2-40B4-BE49-F238E27FC236}">
                <a16:creationId xmlns:a16="http://schemas.microsoft.com/office/drawing/2014/main" id="{1834CFEE-2234-8AF6-CAC6-B1A7E279A7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5455" y="4316804"/>
            <a:ext cx="1101090" cy="1101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B2" descr="テストのアイコン | 【商用OK/無料】シンプルなフリーアイコン素材サイトSATO ICONS | 丸みのあるアウトラインとシルエットのアイコン 集【商用利用可能】">
            <a:extLst>
              <a:ext uri="{FF2B5EF4-FFF2-40B4-BE49-F238E27FC236}">
                <a16:creationId xmlns:a16="http://schemas.microsoft.com/office/drawing/2014/main" id="{3A3F8261-D82D-1576-7592-9EF142C503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5455" y="4316804"/>
            <a:ext cx="1101090" cy="1101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C1">
            <a:extLst>
              <a:ext uri="{FF2B5EF4-FFF2-40B4-BE49-F238E27FC236}">
                <a16:creationId xmlns:a16="http://schemas.microsoft.com/office/drawing/2014/main" id="{3E9CE7C0-28DD-7416-5BA4-F4153CE00C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9396" y="4739957"/>
            <a:ext cx="1355874" cy="1355874"/>
          </a:xfrm>
          <a:prstGeom prst="rect">
            <a:avLst/>
          </a:prstGeom>
        </p:spPr>
      </p:pic>
      <p:pic>
        <p:nvPicPr>
          <p:cNvPr id="26" name="C3">
            <a:extLst>
              <a:ext uri="{FF2B5EF4-FFF2-40B4-BE49-F238E27FC236}">
                <a16:creationId xmlns:a16="http://schemas.microsoft.com/office/drawing/2014/main" id="{FF6390BF-9917-4C42-2FF0-F1D12D3BF1F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9396" y="4739957"/>
            <a:ext cx="1355874" cy="1355874"/>
          </a:xfrm>
          <a:prstGeom prst="rect">
            <a:avLst/>
          </a:prstGeom>
        </p:spPr>
      </p:pic>
      <p:pic>
        <p:nvPicPr>
          <p:cNvPr id="27" name="C3">
            <a:extLst>
              <a:ext uri="{FF2B5EF4-FFF2-40B4-BE49-F238E27FC236}">
                <a16:creationId xmlns:a16="http://schemas.microsoft.com/office/drawing/2014/main" id="{9B7B0F48-A73A-1972-FDAB-36837B15C9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9396" y="4739165"/>
            <a:ext cx="1355874" cy="1355874"/>
          </a:xfrm>
          <a:prstGeom prst="rect">
            <a:avLst/>
          </a:prstGeom>
        </p:spPr>
      </p:pic>
      <p:pic>
        <p:nvPicPr>
          <p:cNvPr id="29" name="C3">
            <a:extLst>
              <a:ext uri="{FF2B5EF4-FFF2-40B4-BE49-F238E27FC236}">
                <a16:creationId xmlns:a16="http://schemas.microsoft.com/office/drawing/2014/main" id="{4628A175-C397-50BD-6EC4-8D688E4EB46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9396" y="4739165"/>
            <a:ext cx="1355874" cy="1355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3575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">
        <p:fade/>
      </p:transition>
    </mc:Choice>
    <mc:Fallback xmlns="">
      <p:transition spd="med" advTm="1000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1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41501C-9FD9-611F-D606-0875F1CAB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D0F23F10-1D93-CD00-2353-E84B1E45B7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3124359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2BCF685-23D2-96C3-13D3-E6E39640E1AA}"/>
              </a:ext>
            </a:extLst>
          </p:cNvPr>
          <p:cNvSpPr/>
          <p:nvPr/>
        </p:nvSpPr>
        <p:spPr>
          <a:xfrm>
            <a:off x="0" y="166212"/>
            <a:ext cx="12192000" cy="3765550"/>
          </a:xfrm>
          <a:prstGeom prst="rect">
            <a:avLst/>
          </a:prstGeom>
          <a:gradFill>
            <a:gsLst>
              <a:gs pos="18000">
                <a:srgbClr val="EDF1F9"/>
              </a:gs>
              <a:gs pos="55000">
                <a:srgbClr val="EDF1F9">
                  <a:alpha val="55000"/>
                </a:srgbClr>
              </a:gs>
              <a:gs pos="100000">
                <a:srgbClr val="EDF1F9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4100" name="Picture 4" descr="汎用的な人のシルエットアイコン | 商用可の無料(フリー)のアイコン素材をダウンロードできるサイト『icon rainbow』">
            <a:extLst>
              <a:ext uri="{FF2B5EF4-FFF2-40B4-BE49-F238E27FC236}">
                <a16:creationId xmlns:a16="http://schemas.microsoft.com/office/drawing/2014/main" id="{B38A7BB1-85F1-C80C-7279-07BE865F86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1837" y="5547360"/>
            <a:ext cx="1310640" cy="131064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汎用的な人のシルエットアイコン | 商用可の無料(フリー)のアイコン素材をダウンロードできるサイト『icon rainbow』">
            <a:extLst>
              <a:ext uri="{FF2B5EF4-FFF2-40B4-BE49-F238E27FC236}">
                <a16:creationId xmlns:a16="http://schemas.microsoft.com/office/drawing/2014/main" id="{506C99ED-2131-AB3F-FFA3-315C60F019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0680" y="5547360"/>
            <a:ext cx="1310640" cy="131064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汎用的な人のシルエットアイコン | 商用可の無料(フリー)のアイコン素材をダウンロードできるサイト『icon rainbow』">
            <a:extLst>
              <a:ext uri="{FF2B5EF4-FFF2-40B4-BE49-F238E27FC236}">
                <a16:creationId xmlns:a16="http://schemas.microsoft.com/office/drawing/2014/main" id="{DAA3424D-99A1-96D6-D8B6-27CA403EFC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79523" y="5547360"/>
            <a:ext cx="1310640" cy="131064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B1" descr="テストのアイコン | 【商用OK/無料】シンプルなフリーアイコン素材サイトSATO ICONS | 丸みのあるアウトラインとシルエットのアイコン 集【商用利用可能】">
            <a:extLst>
              <a:ext uri="{FF2B5EF4-FFF2-40B4-BE49-F238E27FC236}">
                <a16:creationId xmlns:a16="http://schemas.microsoft.com/office/drawing/2014/main" id="{9D56940B-C309-5195-B5EB-F77EAD5E52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5455" y="4316804"/>
            <a:ext cx="1101090" cy="1101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C2">
            <a:extLst>
              <a:ext uri="{FF2B5EF4-FFF2-40B4-BE49-F238E27FC236}">
                <a16:creationId xmlns:a16="http://schemas.microsoft.com/office/drawing/2014/main" id="{270FFACE-5FA7-899B-CBF1-3AED39FD42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9396" y="4739957"/>
            <a:ext cx="1355874" cy="1355874"/>
          </a:xfrm>
          <a:prstGeom prst="rect">
            <a:avLst/>
          </a:prstGeom>
        </p:spPr>
      </p:pic>
      <p:pic>
        <p:nvPicPr>
          <p:cNvPr id="2052" name="Picture 4" descr="本・雑誌のアイコン06 | フリーのアイコンイラスト素材 icon-pit">
            <a:extLst>
              <a:ext uri="{FF2B5EF4-FFF2-40B4-BE49-F238E27FC236}">
                <a16:creationId xmlns:a16="http://schemas.microsoft.com/office/drawing/2014/main" id="{6895EE57-42A5-4D5A-F9A3-2922F4045D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6730" y="4840679"/>
            <a:ext cx="1154430" cy="1154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4" descr="本・雑誌のアイコン06 | フリーのアイコンイラスト素材 icon-pit">
            <a:extLst>
              <a:ext uri="{FF2B5EF4-FFF2-40B4-BE49-F238E27FC236}">
                <a16:creationId xmlns:a16="http://schemas.microsoft.com/office/drawing/2014/main" id="{694B7AA6-5E2D-22B2-B478-5763419B51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01160" y="904801"/>
            <a:ext cx="1154430" cy="1154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4" descr="本・雑誌のアイコン06 | フリーのアイコンイラスト素材 icon-pit">
            <a:extLst>
              <a:ext uri="{FF2B5EF4-FFF2-40B4-BE49-F238E27FC236}">
                <a16:creationId xmlns:a16="http://schemas.microsoft.com/office/drawing/2014/main" id="{6597F934-CD97-0528-8C10-F153277B6A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01160" y="908611"/>
            <a:ext cx="1154430" cy="1154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B3" descr="テストのアイコン | 【商用OK/無料】シンプルなフリーアイコン素材サイトSATO ICONS | 丸みのあるアウトラインとシルエットのアイコン 集【商用利用可能】">
            <a:extLst>
              <a:ext uri="{FF2B5EF4-FFF2-40B4-BE49-F238E27FC236}">
                <a16:creationId xmlns:a16="http://schemas.microsoft.com/office/drawing/2014/main" id="{D0800236-D458-705D-8AFD-B816EFFCBC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5455" y="931471"/>
            <a:ext cx="1101090" cy="1101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B2" descr="テストのアイコン | 【商用OK/無料】シンプルなフリーアイコン素材サイトSATO ICONS | 丸みのあるアウトラインとシルエットのアイコン 集【商用利用可能】">
            <a:extLst>
              <a:ext uri="{FF2B5EF4-FFF2-40B4-BE49-F238E27FC236}">
                <a16:creationId xmlns:a16="http://schemas.microsoft.com/office/drawing/2014/main" id="{8F199659-0B5B-1419-642B-21E7F42C67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5455" y="935281"/>
            <a:ext cx="1101090" cy="1101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C1">
            <a:extLst>
              <a:ext uri="{FF2B5EF4-FFF2-40B4-BE49-F238E27FC236}">
                <a16:creationId xmlns:a16="http://schemas.microsoft.com/office/drawing/2014/main" id="{F8FEA35D-3500-F30B-FCFF-E50220D85E3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9396" y="4739957"/>
            <a:ext cx="1355874" cy="1355874"/>
          </a:xfrm>
          <a:prstGeom prst="rect">
            <a:avLst/>
          </a:prstGeom>
        </p:spPr>
      </p:pic>
      <p:pic>
        <p:nvPicPr>
          <p:cNvPr id="26" name="C3">
            <a:extLst>
              <a:ext uri="{FF2B5EF4-FFF2-40B4-BE49-F238E27FC236}">
                <a16:creationId xmlns:a16="http://schemas.microsoft.com/office/drawing/2014/main" id="{EB12E2B4-7CFC-C1E8-F286-51B97178BE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5363" y="815583"/>
            <a:ext cx="1355874" cy="1355874"/>
          </a:xfrm>
          <a:prstGeom prst="rect">
            <a:avLst/>
          </a:prstGeom>
        </p:spPr>
      </p:pic>
      <p:pic>
        <p:nvPicPr>
          <p:cNvPr id="27" name="C3">
            <a:extLst>
              <a:ext uri="{FF2B5EF4-FFF2-40B4-BE49-F238E27FC236}">
                <a16:creationId xmlns:a16="http://schemas.microsoft.com/office/drawing/2014/main" id="{FA392F6B-72DE-F1B0-8426-147A479F63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5363" y="807889"/>
            <a:ext cx="1355874" cy="1355874"/>
          </a:xfrm>
          <a:prstGeom prst="rect">
            <a:avLst/>
          </a:prstGeom>
        </p:spPr>
      </p:pic>
      <p:pic>
        <p:nvPicPr>
          <p:cNvPr id="29" name="C3">
            <a:extLst>
              <a:ext uri="{FF2B5EF4-FFF2-40B4-BE49-F238E27FC236}">
                <a16:creationId xmlns:a16="http://schemas.microsoft.com/office/drawing/2014/main" id="{B7D2DFD8-518E-E339-76A9-A068C5EC02E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5363" y="807889"/>
            <a:ext cx="1355874" cy="1355874"/>
          </a:xfrm>
          <a:prstGeom prst="rect">
            <a:avLst/>
          </a:prstGeom>
        </p:spPr>
      </p:pic>
      <p:sp>
        <p:nvSpPr>
          <p:cNvPr id="4" name="矢印: 右 3">
            <a:extLst>
              <a:ext uri="{FF2B5EF4-FFF2-40B4-BE49-F238E27FC236}">
                <a16:creationId xmlns:a16="http://schemas.microsoft.com/office/drawing/2014/main" id="{5B04F356-3276-008C-09EA-377AD4BE4CF9}"/>
              </a:ext>
            </a:extLst>
          </p:cNvPr>
          <p:cNvSpPr/>
          <p:nvPr/>
        </p:nvSpPr>
        <p:spPr>
          <a:xfrm rot="17551130">
            <a:off x="2418690" y="3360769"/>
            <a:ext cx="2016000" cy="609600"/>
          </a:xfrm>
          <a:prstGeom prst="rightArrow">
            <a:avLst>
              <a:gd name="adj1" fmla="val 36933"/>
              <a:gd name="adj2" fmla="val 74233"/>
            </a:avLst>
          </a:prstGeom>
          <a:solidFill>
            <a:schemeClr val="accent1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矢印: 右 5">
            <a:extLst>
              <a:ext uri="{FF2B5EF4-FFF2-40B4-BE49-F238E27FC236}">
                <a16:creationId xmlns:a16="http://schemas.microsoft.com/office/drawing/2014/main" id="{FE9F14F3-E07E-9994-8758-714274D4B791}"/>
              </a:ext>
            </a:extLst>
          </p:cNvPr>
          <p:cNvSpPr/>
          <p:nvPr/>
        </p:nvSpPr>
        <p:spPr>
          <a:xfrm rot="4048870" flipH="1">
            <a:off x="7630236" y="3391891"/>
            <a:ext cx="2002337" cy="609600"/>
          </a:xfrm>
          <a:prstGeom prst="rightArrow">
            <a:avLst>
              <a:gd name="adj1" fmla="val 36875"/>
              <a:gd name="adj2" fmla="val 74233"/>
            </a:avLst>
          </a:prstGeom>
          <a:solidFill>
            <a:schemeClr val="accent1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矢印: 右 6">
            <a:extLst>
              <a:ext uri="{FF2B5EF4-FFF2-40B4-BE49-F238E27FC236}">
                <a16:creationId xmlns:a16="http://schemas.microsoft.com/office/drawing/2014/main" id="{3FA3ECF5-C01E-4494-3A62-CFD819F68EB5}"/>
              </a:ext>
            </a:extLst>
          </p:cNvPr>
          <p:cNvSpPr/>
          <p:nvPr/>
        </p:nvSpPr>
        <p:spPr>
          <a:xfrm rot="5400000" flipH="1">
            <a:off x="5419688" y="3185375"/>
            <a:ext cx="1352624" cy="609600"/>
          </a:xfrm>
          <a:prstGeom prst="rightArrow">
            <a:avLst>
              <a:gd name="adj1" fmla="val 36767"/>
              <a:gd name="adj2" fmla="val 74233"/>
            </a:avLst>
          </a:prstGeom>
          <a:solidFill>
            <a:schemeClr val="accent1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26" name="Picture 2" descr="データベースサーバーのアイコン | フリーのアイコンイラスト ...">
            <a:extLst>
              <a:ext uri="{FF2B5EF4-FFF2-40B4-BE49-F238E27FC236}">
                <a16:creationId xmlns:a16="http://schemas.microsoft.com/office/drawing/2014/main" id="{50AB974F-8756-34A5-85D0-E8E2A757A5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30102" y="296402"/>
            <a:ext cx="822213" cy="822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B53828FB-A7F7-9F54-A821-8AA69A61A55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76153" y="543711"/>
            <a:ext cx="6039693" cy="1876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5257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000">
        <p159:morph option="byObject"/>
      </p:transition>
    </mc:Choice>
    <mc:Fallback xmlns="">
      <p:transition spd="slow" advTm="1000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1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D73C30-EE27-7236-EBB6-F7D2D33BE4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DDB1BBC4-0D61-212E-F245-577FA6EF30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3124359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90CFA0A-E3F0-3132-7A2D-01FBA22CD2FC}"/>
              </a:ext>
            </a:extLst>
          </p:cNvPr>
          <p:cNvSpPr/>
          <p:nvPr/>
        </p:nvSpPr>
        <p:spPr>
          <a:xfrm>
            <a:off x="0" y="166212"/>
            <a:ext cx="12192000" cy="3765550"/>
          </a:xfrm>
          <a:prstGeom prst="rect">
            <a:avLst/>
          </a:prstGeom>
          <a:gradFill>
            <a:gsLst>
              <a:gs pos="18000">
                <a:srgbClr val="EDF1F9"/>
              </a:gs>
              <a:gs pos="55000">
                <a:srgbClr val="EDF1F9">
                  <a:alpha val="55000"/>
                </a:srgbClr>
              </a:gs>
              <a:gs pos="100000">
                <a:srgbClr val="EDF1F9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4100" name="Picture 4" descr="汎用的な人のシルエットアイコン | 商用可の無料(フリー)のアイコン素材をダウンロードできるサイト『icon rainbow』">
            <a:extLst>
              <a:ext uri="{FF2B5EF4-FFF2-40B4-BE49-F238E27FC236}">
                <a16:creationId xmlns:a16="http://schemas.microsoft.com/office/drawing/2014/main" id="{A71A3437-4AFA-8CD7-B175-49C579E079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1837" y="5547360"/>
            <a:ext cx="1310640" cy="131064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汎用的な人のシルエットアイコン | 商用可の無料(フリー)のアイコン素材をダウンロードできるサイト『icon rainbow』">
            <a:extLst>
              <a:ext uri="{FF2B5EF4-FFF2-40B4-BE49-F238E27FC236}">
                <a16:creationId xmlns:a16="http://schemas.microsoft.com/office/drawing/2014/main" id="{307F9D4E-F721-93F0-8037-D7C9CD4A06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0680" y="5547360"/>
            <a:ext cx="1310640" cy="131064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汎用的な人のシルエットアイコン | 商用可の無料(フリー)のアイコン素材をダウンロードできるサイト『icon rainbow』">
            <a:extLst>
              <a:ext uri="{FF2B5EF4-FFF2-40B4-BE49-F238E27FC236}">
                <a16:creationId xmlns:a16="http://schemas.microsoft.com/office/drawing/2014/main" id="{522296BC-1312-3F0A-78FD-ACA3C3624C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79523" y="5547360"/>
            <a:ext cx="1310640" cy="131064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B1" descr="テストのアイコン | 【商用OK/無料】シンプルなフリーアイコン素材サイトSATO ICONS | 丸みのあるアウトラインとシルエットのアイコン 集【商用利用可能】">
            <a:extLst>
              <a:ext uri="{FF2B5EF4-FFF2-40B4-BE49-F238E27FC236}">
                <a16:creationId xmlns:a16="http://schemas.microsoft.com/office/drawing/2014/main" id="{9A7B3E60-ADD4-3370-7581-EF78C95844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5455" y="4316804"/>
            <a:ext cx="1101090" cy="1101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C2">
            <a:extLst>
              <a:ext uri="{FF2B5EF4-FFF2-40B4-BE49-F238E27FC236}">
                <a16:creationId xmlns:a16="http://schemas.microsoft.com/office/drawing/2014/main" id="{36D78185-B7F3-80DA-E3D1-4EA06983BDC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4159" y="4739957"/>
            <a:ext cx="1355874" cy="1355874"/>
          </a:xfrm>
          <a:prstGeom prst="rect">
            <a:avLst/>
          </a:prstGeom>
        </p:spPr>
      </p:pic>
      <p:pic>
        <p:nvPicPr>
          <p:cNvPr id="2052" name="Picture 4" descr="本・雑誌のアイコン06 | フリーのアイコンイラスト素材 icon-pit">
            <a:extLst>
              <a:ext uri="{FF2B5EF4-FFF2-40B4-BE49-F238E27FC236}">
                <a16:creationId xmlns:a16="http://schemas.microsoft.com/office/drawing/2014/main" id="{20698222-5C28-F483-99C3-ECFE585ADE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7040" y="4840679"/>
            <a:ext cx="1154430" cy="1154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4" descr="本・雑誌のアイコン06 | フリーのアイコンイラスト素材 icon-pit">
            <a:extLst>
              <a:ext uri="{FF2B5EF4-FFF2-40B4-BE49-F238E27FC236}">
                <a16:creationId xmlns:a16="http://schemas.microsoft.com/office/drawing/2014/main" id="{BA2B6B3A-0CAC-1298-CB59-3875B8C8AF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01160" y="904801"/>
            <a:ext cx="1154430" cy="1154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4" descr="本・雑誌のアイコン06 | フリーのアイコンイラスト素材 icon-pit">
            <a:extLst>
              <a:ext uri="{FF2B5EF4-FFF2-40B4-BE49-F238E27FC236}">
                <a16:creationId xmlns:a16="http://schemas.microsoft.com/office/drawing/2014/main" id="{4D39B3D9-B963-5AD5-B2B1-3526893007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8148" y="4817819"/>
            <a:ext cx="1154430" cy="1154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B3" descr="テストのアイコン | 【商用OK/無料】シンプルなフリーアイコン素材サイトSATO ICONS | 丸みのあるアウトラインとシルエットのアイコン 集【商用利用可能】">
            <a:extLst>
              <a:ext uri="{FF2B5EF4-FFF2-40B4-BE49-F238E27FC236}">
                <a16:creationId xmlns:a16="http://schemas.microsoft.com/office/drawing/2014/main" id="{F5E0BD2F-200B-242B-2FD9-513708A6D5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5455" y="931471"/>
            <a:ext cx="1101090" cy="1101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B2" descr="テストのアイコン | 【商用OK/無料】シンプルなフリーアイコン素材サイトSATO ICONS | 丸みのあるアウトラインとシルエットのアイコン 集【商用利用可能】">
            <a:extLst>
              <a:ext uri="{FF2B5EF4-FFF2-40B4-BE49-F238E27FC236}">
                <a16:creationId xmlns:a16="http://schemas.microsoft.com/office/drawing/2014/main" id="{1E178680-8B2C-C244-45BA-2407932786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84298" y="4290134"/>
            <a:ext cx="1101090" cy="1101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C3">
            <a:extLst>
              <a:ext uri="{FF2B5EF4-FFF2-40B4-BE49-F238E27FC236}">
                <a16:creationId xmlns:a16="http://schemas.microsoft.com/office/drawing/2014/main" id="{328FA237-A7EE-CC28-28F1-ADEEF078DB93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379220" y="4227475"/>
            <a:ext cx="1355874" cy="1355874"/>
          </a:xfrm>
          <a:prstGeom prst="rect">
            <a:avLst/>
          </a:prstGeom>
        </p:spPr>
      </p:pic>
      <p:pic>
        <p:nvPicPr>
          <p:cNvPr id="27" name="C3">
            <a:extLst>
              <a:ext uri="{FF2B5EF4-FFF2-40B4-BE49-F238E27FC236}">
                <a16:creationId xmlns:a16="http://schemas.microsoft.com/office/drawing/2014/main" id="{6A2D2538-FC04-4D8A-37E8-D675968A89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5363" y="804079"/>
            <a:ext cx="1355874" cy="1355874"/>
          </a:xfrm>
          <a:prstGeom prst="rect">
            <a:avLst/>
          </a:prstGeom>
        </p:spPr>
      </p:pic>
      <p:pic>
        <p:nvPicPr>
          <p:cNvPr id="29" name="C3">
            <a:extLst>
              <a:ext uri="{FF2B5EF4-FFF2-40B4-BE49-F238E27FC236}">
                <a16:creationId xmlns:a16="http://schemas.microsoft.com/office/drawing/2014/main" id="{2E229ED4-B1BF-EDB2-D7C0-0A4B4D138673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326208" y="4713287"/>
            <a:ext cx="1355874" cy="1355874"/>
          </a:xfrm>
          <a:prstGeom prst="rect">
            <a:avLst/>
          </a:prstGeom>
        </p:spPr>
      </p:pic>
      <p:pic>
        <p:nvPicPr>
          <p:cNvPr id="2" name="Picture 2" descr="データベースサーバーのアイコン | フリーのアイコンイラスト ...">
            <a:extLst>
              <a:ext uri="{FF2B5EF4-FFF2-40B4-BE49-F238E27FC236}">
                <a16:creationId xmlns:a16="http://schemas.microsoft.com/office/drawing/2014/main" id="{60C306DD-3F27-72DB-61CA-A3868D0F0E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30102" y="296402"/>
            <a:ext cx="822213" cy="822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11143673-8EBF-57A6-AD73-E610A2D660C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76153" y="543711"/>
            <a:ext cx="6039693" cy="1876687"/>
          </a:xfrm>
          <a:prstGeom prst="rect">
            <a:avLst/>
          </a:prstGeom>
        </p:spPr>
      </p:pic>
      <p:sp>
        <p:nvSpPr>
          <p:cNvPr id="12" name="矢印: 右 11">
            <a:extLst>
              <a:ext uri="{FF2B5EF4-FFF2-40B4-BE49-F238E27FC236}">
                <a16:creationId xmlns:a16="http://schemas.microsoft.com/office/drawing/2014/main" id="{2BA0BDFA-2BC3-2FD4-808F-A0B17CB14CBB}"/>
              </a:ext>
            </a:extLst>
          </p:cNvPr>
          <p:cNvSpPr/>
          <p:nvPr/>
        </p:nvSpPr>
        <p:spPr>
          <a:xfrm rot="5400000">
            <a:off x="5454636" y="2307319"/>
            <a:ext cx="1282728" cy="952500"/>
          </a:xfrm>
          <a:prstGeom prst="rightArrow">
            <a:avLst/>
          </a:prstGeom>
          <a:solidFill>
            <a:schemeClr val="accent6">
              <a:lumMod val="5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8" name="グループ化 37">
            <a:extLst>
              <a:ext uri="{FF2B5EF4-FFF2-40B4-BE49-F238E27FC236}">
                <a16:creationId xmlns:a16="http://schemas.microsoft.com/office/drawing/2014/main" id="{2F87E5E8-A7AE-F62F-0B5F-0CE7C67445BD}"/>
              </a:ext>
            </a:extLst>
          </p:cNvPr>
          <p:cNvGrpSpPr/>
          <p:nvPr/>
        </p:nvGrpSpPr>
        <p:grpSpPr>
          <a:xfrm>
            <a:off x="517891" y="376836"/>
            <a:ext cx="11156219" cy="6104328"/>
            <a:chOff x="517891" y="376836"/>
            <a:chExt cx="11156219" cy="6104328"/>
          </a:xfrm>
        </p:grpSpPr>
        <p:sp>
          <p:nvSpPr>
            <p:cNvPr id="6" name="四角形: 角を丸くする 5">
              <a:extLst>
                <a:ext uri="{FF2B5EF4-FFF2-40B4-BE49-F238E27FC236}">
                  <a16:creationId xmlns:a16="http://schemas.microsoft.com/office/drawing/2014/main" id="{3D9DC007-FC5F-AFD8-C8DF-78814C07F0B6}"/>
                </a:ext>
              </a:extLst>
            </p:cNvPr>
            <p:cNvSpPr/>
            <p:nvPr/>
          </p:nvSpPr>
          <p:spPr>
            <a:xfrm>
              <a:off x="517891" y="376836"/>
              <a:ext cx="11156219" cy="6104328"/>
            </a:xfrm>
            <a:prstGeom prst="roundRect">
              <a:avLst>
                <a:gd name="adj" fmla="val 7124"/>
              </a:avLst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2400" b="1" dirty="0">
                <a:solidFill>
                  <a:schemeClr val="accent1"/>
                </a:solidFill>
              </a:endParaRPr>
            </a:p>
          </p:txBody>
        </p:sp>
        <p:sp>
          <p:nvSpPr>
            <p:cNvPr id="7" name="四角形: 角を丸くする 6">
              <a:extLst>
                <a:ext uri="{FF2B5EF4-FFF2-40B4-BE49-F238E27FC236}">
                  <a16:creationId xmlns:a16="http://schemas.microsoft.com/office/drawing/2014/main" id="{E39C874C-4CC6-9FA2-516B-DB92F38F293A}"/>
                </a:ext>
              </a:extLst>
            </p:cNvPr>
            <p:cNvSpPr/>
            <p:nvPr/>
          </p:nvSpPr>
          <p:spPr>
            <a:xfrm>
              <a:off x="952501" y="778328"/>
              <a:ext cx="10286999" cy="5301344"/>
            </a:xfrm>
            <a:prstGeom prst="roundRect">
              <a:avLst>
                <a:gd name="adj" fmla="val 7124"/>
              </a:avLst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  <a:effectLst>
              <a:outerShdw blurRad="101600" dist="38100" dir="4800000" sx="102000" sy="102000" algn="tl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ja-JP" altLang="en-US" sz="2400" b="1" dirty="0">
                <a:solidFill>
                  <a:schemeClr val="accent1"/>
                </a:solidFill>
              </a:endParaRPr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1997E2C7-EB54-D3B4-E1AA-8062C5F23FDB}"/>
                </a:ext>
              </a:extLst>
            </p:cNvPr>
            <p:cNvSpPr txBox="1"/>
            <p:nvPr/>
          </p:nvSpPr>
          <p:spPr>
            <a:xfrm>
              <a:off x="2689413" y="1295110"/>
              <a:ext cx="802789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000" b="1" dirty="0">
                  <a:solidFill>
                    <a:schemeClr val="accent1">
                      <a:lumMod val="75000"/>
                    </a:schemeClr>
                  </a:solidFill>
                </a:rPr>
                <a:t>このサービスはボランディアで成り立っています。</a:t>
              </a:r>
              <a:endParaRPr kumimoji="1" lang="en-US" altLang="ja-JP" sz="2000" b="1" dirty="0">
                <a:solidFill>
                  <a:schemeClr val="accent1">
                    <a:lumMod val="75000"/>
                  </a:schemeClr>
                </a:solidFill>
              </a:endParaRPr>
            </a:p>
            <a:p>
              <a:r>
                <a:rPr kumimoji="1" lang="ja-JP" altLang="en-US" sz="2000" b="1" dirty="0">
                  <a:solidFill>
                    <a:schemeClr val="accent1">
                      <a:lumMod val="75000"/>
                    </a:schemeClr>
                  </a:solidFill>
                </a:rPr>
                <a:t>問題のアップロードやサービスの拡散にご協力ください。</a:t>
              </a:r>
            </a:p>
          </p:txBody>
        </p:sp>
        <p:sp>
          <p:nvSpPr>
            <p:cNvPr id="8" name="フローチャート: 代替処理 7">
              <a:extLst>
                <a:ext uri="{FF2B5EF4-FFF2-40B4-BE49-F238E27FC236}">
                  <a16:creationId xmlns:a16="http://schemas.microsoft.com/office/drawing/2014/main" id="{05365F3C-CC84-8280-0E62-F3E86BC40961}"/>
                </a:ext>
              </a:extLst>
            </p:cNvPr>
            <p:cNvSpPr/>
            <p:nvPr/>
          </p:nvSpPr>
          <p:spPr>
            <a:xfrm>
              <a:off x="1892792" y="1455752"/>
              <a:ext cx="386602" cy="386602"/>
            </a:xfrm>
            <a:prstGeom prst="flowChartAlternateProcess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フローチャート: 代替処理 12">
              <a:extLst>
                <a:ext uri="{FF2B5EF4-FFF2-40B4-BE49-F238E27FC236}">
                  <a16:creationId xmlns:a16="http://schemas.microsoft.com/office/drawing/2014/main" id="{72D08FD2-6409-8F26-6501-06EB55E4CE00}"/>
                </a:ext>
              </a:extLst>
            </p:cNvPr>
            <p:cNvSpPr/>
            <p:nvPr/>
          </p:nvSpPr>
          <p:spPr>
            <a:xfrm>
              <a:off x="1899516" y="2632504"/>
              <a:ext cx="386602" cy="386602"/>
            </a:xfrm>
            <a:prstGeom prst="flowChartAlternateProcess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フローチャート: 代替処理 13">
              <a:extLst>
                <a:ext uri="{FF2B5EF4-FFF2-40B4-BE49-F238E27FC236}">
                  <a16:creationId xmlns:a16="http://schemas.microsoft.com/office/drawing/2014/main" id="{596BC7CE-5A35-878E-C78C-578AA68CE028}"/>
                </a:ext>
              </a:extLst>
            </p:cNvPr>
            <p:cNvSpPr/>
            <p:nvPr/>
          </p:nvSpPr>
          <p:spPr>
            <a:xfrm>
              <a:off x="1906240" y="3809256"/>
              <a:ext cx="386602" cy="386602"/>
            </a:xfrm>
            <a:prstGeom prst="flowChartAlternateProcess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" name="フローチャート: 代替処理 14">
              <a:extLst>
                <a:ext uri="{FF2B5EF4-FFF2-40B4-BE49-F238E27FC236}">
                  <a16:creationId xmlns:a16="http://schemas.microsoft.com/office/drawing/2014/main" id="{CCC068B0-0B0A-305B-A474-D0F2A60218B8}"/>
                </a:ext>
              </a:extLst>
            </p:cNvPr>
            <p:cNvSpPr/>
            <p:nvPr/>
          </p:nvSpPr>
          <p:spPr>
            <a:xfrm>
              <a:off x="1912964" y="4986008"/>
              <a:ext cx="386602" cy="386602"/>
            </a:xfrm>
            <a:prstGeom prst="flowChartAlternateProcess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074B59AD-B15A-80A2-4486-7B7B695DB251}"/>
                </a:ext>
              </a:extLst>
            </p:cNvPr>
            <p:cNvSpPr txBox="1"/>
            <p:nvPr/>
          </p:nvSpPr>
          <p:spPr>
            <a:xfrm>
              <a:off x="2689413" y="2448763"/>
              <a:ext cx="802789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000" b="1" dirty="0">
                  <a:solidFill>
                    <a:schemeClr val="accent1">
                      <a:lumMod val="75000"/>
                    </a:schemeClr>
                  </a:solidFill>
                </a:rPr>
                <a:t>This service is volunteer-driven. Please help by uploading problems and spreading the service.</a:t>
              </a:r>
              <a:endParaRPr kumimoji="1" lang="ja-JP" altLang="en-US" sz="20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1489DEB9-0879-59FA-75B9-01B0AC47EB88}"/>
                </a:ext>
              </a:extLst>
            </p:cNvPr>
            <p:cNvSpPr txBox="1"/>
            <p:nvPr/>
          </p:nvSpPr>
          <p:spPr>
            <a:xfrm>
              <a:off x="2689412" y="3648614"/>
              <a:ext cx="802789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sz="2000" b="1" dirty="0">
                  <a:solidFill>
                    <a:schemeClr val="accent1">
                      <a:lumMod val="75000"/>
                    </a:schemeClr>
                  </a:solidFill>
                </a:rPr>
                <a:t>该服务由志愿者运营，请通过上传您的问题并传播有关该服务的信息来提供帮助。</a:t>
              </a:r>
              <a:endParaRPr kumimoji="1" lang="ja-JP" altLang="en-US" sz="20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2E0FED99-8823-099E-6AB4-54F759616E93}"/>
                </a:ext>
              </a:extLst>
            </p:cNvPr>
            <p:cNvSpPr txBox="1"/>
            <p:nvPr/>
          </p:nvSpPr>
          <p:spPr>
            <a:xfrm>
              <a:off x="2689411" y="4825366"/>
              <a:ext cx="802789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ko-KR" altLang="en-US" sz="2000" b="1" dirty="0">
                  <a:solidFill>
                    <a:schemeClr val="accent1">
                      <a:lumMod val="75000"/>
                    </a:schemeClr>
                  </a:solidFill>
                </a:rPr>
                <a:t>이 서비스는 자원 봉사자가 운영합니다</a:t>
              </a:r>
              <a:r>
                <a:rPr kumimoji="1" lang="en-US" altLang="ko-KR" sz="2000" b="1" dirty="0">
                  <a:solidFill>
                    <a:schemeClr val="accent1">
                      <a:lumMod val="75000"/>
                    </a:schemeClr>
                  </a:solidFill>
                </a:rPr>
                <a:t>. </a:t>
              </a:r>
              <a:r>
                <a:rPr kumimoji="1" lang="ko-KR" altLang="en-US" sz="2000" b="1" dirty="0">
                  <a:solidFill>
                    <a:schemeClr val="accent1">
                      <a:lumMod val="75000"/>
                    </a:schemeClr>
                  </a:solidFill>
                </a:rPr>
                <a:t>문제를 업로드하거나 서비스에 대해 전파하십시오</a:t>
              </a:r>
              <a:r>
                <a:rPr kumimoji="1" lang="en-US" altLang="ko-KR" sz="2000" b="1" dirty="0">
                  <a:solidFill>
                    <a:schemeClr val="accent1">
                      <a:lumMod val="75000"/>
                    </a:schemeClr>
                  </a:solidFill>
                </a:rPr>
                <a:t>.</a:t>
              </a:r>
              <a:endParaRPr kumimoji="1" lang="ja-JP" altLang="en-US" sz="20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</p:grpSp>
      <p:grpSp>
        <p:nvGrpSpPr>
          <p:cNvPr id="37" name="グループ化 36">
            <a:extLst>
              <a:ext uri="{FF2B5EF4-FFF2-40B4-BE49-F238E27FC236}">
                <a16:creationId xmlns:a16="http://schemas.microsoft.com/office/drawing/2014/main" id="{30302798-CDB6-E911-8605-C09B6EC0D1C1}"/>
              </a:ext>
            </a:extLst>
          </p:cNvPr>
          <p:cNvGrpSpPr/>
          <p:nvPr/>
        </p:nvGrpSpPr>
        <p:grpSpPr>
          <a:xfrm>
            <a:off x="1668381" y="1347801"/>
            <a:ext cx="873055" cy="4001634"/>
            <a:chOff x="1668381" y="1347801"/>
            <a:chExt cx="873055" cy="4001634"/>
          </a:xfrm>
        </p:grpSpPr>
        <p:pic>
          <p:nvPicPr>
            <p:cNvPr id="30" name="図 29">
              <a:extLst>
                <a:ext uri="{FF2B5EF4-FFF2-40B4-BE49-F238E27FC236}">
                  <a16:creationId xmlns:a16="http://schemas.microsoft.com/office/drawing/2014/main" id="{6007ED24-6B6F-42E4-56EA-3DDE318B503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68381" y="1347801"/>
              <a:ext cx="873055" cy="480839"/>
            </a:xfrm>
            <a:prstGeom prst="rect">
              <a:avLst/>
            </a:prstGeom>
          </p:spPr>
        </p:pic>
        <p:pic>
          <p:nvPicPr>
            <p:cNvPr id="31" name="図 30">
              <a:extLst>
                <a:ext uri="{FF2B5EF4-FFF2-40B4-BE49-F238E27FC236}">
                  <a16:creationId xmlns:a16="http://schemas.microsoft.com/office/drawing/2014/main" id="{A98EE681-5EB2-9084-E029-EEE31D8E6F8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68381" y="2521399"/>
              <a:ext cx="873055" cy="480839"/>
            </a:xfrm>
            <a:prstGeom prst="rect">
              <a:avLst/>
            </a:prstGeom>
          </p:spPr>
        </p:pic>
        <p:pic>
          <p:nvPicPr>
            <p:cNvPr id="32" name="図 31">
              <a:extLst>
                <a:ext uri="{FF2B5EF4-FFF2-40B4-BE49-F238E27FC236}">
                  <a16:creationId xmlns:a16="http://schemas.microsoft.com/office/drawing/2014/main" id="{62A5F04D-658E-98BE-1B31-262A5ADBE09B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68381" y="3694997"/>
              <a:ext cx="873055" cy="480839"/>
            </a:xfrm>
            <a:prstGeom prst="rect">
              <a:avLst/>
            </a:prstGeom>
          </p:spPr>
        </p:pic>
        <p:pic>
          <p:nvPicPr>
            <p:cNvPr id="33" name="図 32">
              <a:extLst>
                <a:ext uri="{FF2B5EF4-FFF2-40B4-BE49-F238E27FC236}">
                  <a16:creationId xmlns:a16="http://schemas.microsoft.com/office/drawing/2014/main" id="{673DDBC7-4CAF-A061-A269-4DBCC5B85D8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68381" y="4868596"/>
              <a:ext cx="873055" cy="48083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277461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750" advTm="6000">
        <p159:morph option="byObject"/>
      </p:transition>
    </mc:Choice>
    <mc:Fallback xmlns="">
      <p:transition spd="slow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750"/>
                            </p:stCondLst>
                            <p:childTnLst>
                              <p:par>
                                <p:cTn id="10" presetID="22" presetClass="entr" presetSubtype="8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8000">
              <a:srgbClr val="ACD3F6">
                <a:lumMod val="95000"/>
              </a:srgbClr>
            </a:gs>
            <a:gs pos="55000">
              <a:srgbClr val="ACD3F6"/>
            </a:gs>
            <a:gs pos="100000">
              <a:srgbClr val="EDF1F9"/>
            </a:gs>
          </a:gsLst>
          <a:lin ang="162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890B27-B8E6-CF44-75A1-A173BDA15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10.9-inch iPad Wi-Fi 64GB - Pink (10th generation) – Machines">
            <a:extLst>
              <a:ext uri="{FF2B5EF4-FFF2-40B4-BE49-F238E27FC236}">
                <a16:creationId xmlns:a16="http://schemas.microsoft.com/office/drawing/2014/main" id="{200BDE57-8061-6925-FB65-5E412D02CBA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856" r="20055"/>
          <a:stretch>
            <a:fillRect/>
          </a:stretch>
        </p:blipFill>
        <p:spPr bwMode="auto">
          <a:xfrm rot="16200000">
            <a:off x="2720358" y="-1841227"/>
            <a:ext cx="6751284" cy="108736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CD00F13C-5D71-72E3-550C-8EA859987125}"/>
              </a:ext>
            </a:extLst>
          </p:cNvPr>
          <p:cNvSpPr/>
          <p:nvPr/>
        </p:nvSpPr>
        <p:spPr>
          <a:xfrm>
            <a:off x="2275662" y="770934"/>
            <a:ext cx="7640676" cy="5363648"/>
          </a:xfrm>
          <a:prstGeom prst="roundRect">
            <a:avLst>
              <a:gd name="adj" fmla="val 2922"/>
            </a:avLst>
          </a:prstGeom>
          <a:blipFill dpi="0" rotWithShape="1">
            <a:blip r:embed="rId5"/>
            <a:srcRect/>
            <a:stretch>
              <a:fillRect l="-10316" r="-11684" b="-2000"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矢印: 下 6">
            <a:extLst>
              <a:ext uri="{FF2B5EF4-FFF2-40B4-BE49-F238E27FC236}">
                <a16:creationId xmlns:a16="http://schemas.microsoft.com/office/drawing/2014/main" id="{56CF5BDB-A901-2674-9187-80D4F18E98FC}"/>
              </a:ext>
            </a:extLst>
          </p:cNvPr>
          <p:cNvSpPr/>
          <p:nvPr/>
        </p:nvSpPr>
        <p:spPr>
          <a:xfrm rot="8935720">
            <a:off x="4991203" y="2703317"/>
            <a:ext cx="236243" cy="329316"/>
          </a:xfrm>
          <a:prstGeom prst="downArrow">
            <a:avLst>
              <a:gd name="adj1" fmla="val 34060"/>
              <a:gd name="adj2" fmla="val 73995"/>
            </a:avLst>
          </a:prstGeom>
          <a:solidFill>
            <a:schemeClr val="bg1">
              <a:lumMod val="85000"/>
              <a:lumOff val="15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29687859"/>
      </p:ext>
    </p:extLst>
  </p:cSld>
  <p:clrMapOvr>
    <a:masterClrMapping/>
  </p:clrMapOvr>
  <p:transition spd="slow" advTm="500">
    <p:strips dir="rd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8000">
              <a:srgbClr val="ACD3F6">
                <a:lumMod val="95000"/>
              </a:srgbClr>
            </a:gs>
            <a:gs pos="55000">
              <a:srgbClr val="ACD3F6"/>
            </a:gs>
            <a:gs pos="100000">
              <a:srgbClr val="EDF1F9"/>
            </a:gs>
          </a:gsLst>
          <a:lin ang="162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CB85C3-998A-4F4F-EA31-EEDD30938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10.9-inch iPad Wi-Fi 64GB - Pink (10th generation) – Machines">
            <a:extLst>
              <a:ext uri="{FF2B5EF4-FFF2-40B4-BE49-F238E27FC236}">
                <a16:creationId xmlns:a16="http://schemas.microsoft.com/office/drawing/2014/main" id="{7F35F422-5AAF-965C-8A39-239060A9F08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856" r="20055"/>
          <a:stretch>
            <a:fillRect/>
          </a:stretch>
        </p:blipFill>
        <p:spPr bwMode="auto">
          <a:xfrm rot="16200000">
            <a:off x="2720358" y="-1841227"/>
            <a:ext cx="6751284" cy="108736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E4F5BCA9-4682-3596-C909-04A8379DF164}"/>
              </a:ext>
            </a:extLst>
          </p:cNvPr>
          <p:cNvSpPr/>
          <p:nvPr/>
        </p:nvSpPr>
        <p:spPr>
          <a:xfrm>
            <a:off x="2275662" y="770934"/>
            <a:ext cx="7640676" cy="5363648"/>
          </a:xfrm>
          <a:prstGeom prst="roundRect">
            <a:avLst>
              <a:gd name="adj" fmla="val 2922"/>
            </a:avLst>
          </a:prstGeom>
          <a:blipFill dpi="0" rotWithShape="1">
            <a:blip r:embed="rId5"/>
            <a:srcRect/>
            <a:stretch>
              <a:fillRect l="-10316" r="-11684" b="-2000"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4596B776-B1AB-7BB3-5024-23FB4F776CD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>
                        <a14:foregroundMark x1="14015" y1="39222" x2="21168" y2="58982"/>
                        <a14:foregroundMark x1="21168" y1="58982" x2="19270" y2="59880"/>
                        <a14:foregroundMark x1="41460" y1="37126" x2="37664" y2="42216"/>
                        <a14:foregroundMark x1="84526" y1="53593" x2="80146" y2="52695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9956275">
            <a:off x="5526532" y="4853401"/>
            <a:ext cx="1001801" cy="488469"/>
          </a:xfrm>
          <a:prstGeom prst="rect">
            <a:avLst/>
          </a:prstGeom>
        </p:spPr>
      </p:pic>
      <p:sp>
        <p:nvSpPr>
          <p:cNvPr id="7" name="矢印: 下 6">
            <a:extLst>
              <a:ext uri="{FF2B5EF4-FFF2-40B4-BE49-F238E27FC236}">
                <a16:creationId xmlns:a16="http://schemas.microsoft.com/office/drawing/2014/main" id="{C2AC7BE8-28D4-5758-1B81-C82AA315EFA5}"/>
              </a:ext>
            </a:extLst>
          </p:cNvPr>
          <p:cNvSpPr/>
          <p:nvPr/>
        </p:nvSpPr>
        <p:spPr>
          <a:xfrm rot="8935720">
            <a:off x="6095467" y="5326377"/>
            <a:ext cx="236243" cy="329316"/>
          </a:xfrm>
          <a:prstGeom prst="downArrow">
            <a:avLst>
              <a:gd name="adj1" fmla="val 34060"/>
              <a:gd name="adj2" fmla="val 73995"/>
            </a:avLst>
          </a:prstGeom>
          <a:solidFill>
            <a:schemeClr val="bg1">
              <a:lumMod val="85000"/>
              <a:lumOff val="15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94673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650">
        <p159:morph option="byObject"/>
      </p:transition>
    </mc:Choice>
    <mc:Fallback xmlns="">
      <p:transition spd="slow" advTm="65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8000">
              <a:srgbClr val="ACD3F6">
                <a:lumMod val="95000"/>
              </a:srgbClr>
            </a:gs>
            <a:gs pos="55000">
              <a:srgbClr val="ACD3F6"/>
            </a:gs>
            <a:gs pos="100000">
              <a:srgbClr val="EDF1F9"/>
            </a:gs>
          </a:gsLst>
          <a:lin ang="162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C07271-A255-65FF-D416-20DAD6EC3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10.9-inch iPad Wi-Fi 64GB - Pink (10th generation) – Machines">
            <a:extLst>
              <a:ext uri="{FF2B5EF4-FFF2-40B4-BE49-F238E27FC236}">
                <a16:creationId xmlns:a16="http://schemas.microsoft.com/office/drawing/2014/main" id="{567AC5BC-DAC0-06D2-5D99-A6A573704C2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856" r="20055"/>
          <a:stretch>
            <a:fillRect/>
          </a:stretch>
        </p:blipFill>
        <p:spPr bwMode="auto">
          <a:xfrm rot="16200000">
            <a:off x="2720358" y="-1841227"/>
            <a:ext cx="6751284" cy="108736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C596E3B-C761-5EF0-775E-20ED5627DF75}"/>
              </a:ext>
            </a:extLst>
          </p:cNvPr>
          <p:cNvSpPr/>
          <p:nvPr/>
        </p:nvSpPr>
        <p:spPr>
          <a:xfrm>
            <a:off x="2275662" y="770934"/>
            <a:ext cx="7640676" cy="5363648"/>
          </a:xfrm>
          <a:prstGeom prst="roundRect">
            <a:avLst>
              <a:gd name="adj" fmla="val 2922"/>
            </a:avLst>
          </a:prstGeom>
          <a:blipFill dpi="0" rotWithShape="1">
            <a:blip r:embed="rId5"/>
            <a:srcRect/>
            <a:stretch>
              <a:fillRect l="-10316" r="-11684" b="-2000"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EA2B0757-CDD3-698D-FDBE-390D2C7A4FE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>
                        <a14:foregroundMark x1="14015" y1="39222" x2="21168" y2="58982"/>
                        <a14:foregroundMark x1="21168" y1="58982" x2="19270" y2="59880"/>
                        <a14:foregroundMark x1="41460" y1="37126" x2="37664" y2="42216"/>
                        <a14:foregroundMark x1="84526" y1="53593" x2="80146" y2="52695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3697830">
            <a:off x="7515519" y="1015640"/>
            <a:ext cx="1001801" cy="488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86462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 advTm="500">
        <p:strips dir="rd"/>
      </p:transition>
    </mc:Choice>
    <mc:Fallback xmlns="">
      <p:transition spd="slow" advTm="500">
        <p:strips dir="rd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8000">
              <a:srgbClr val="ACD3F6">
                <a:lumMod val="95000"/>
              </a:srgbClr>
            </a:gs>
            <a:gs pos="55000">
              <a:srgbClr val="ACD3F6"/>
            </a:gs>
            <a:gs pos="100000">
              <a:srgbClr val="EDF1F9"/>
            </a:gs>
          </a:gsLst>
          <a:lin ang="162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13787B-EDAE-D479-BFFC-B69AEF8E4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10.9-inch iPad Wi-Fi 64GB - Pink (10th generation) – Machines">
            <a:extLst>
              <a:ext uri="{FF2B5EF4-FFF2-40B4-BE49-F238E27FC236}">
                <a16:creationId xmlns:a16="http://schemas.microsoft.com/office/drawing/2014/main" id="{8BC5DCA2-75C3-CDE4-588A-E5F6BA399C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856" r="20055"/>
          <a:stretch>
            <a:fillRect/>
          </a:stretch>
        </p:blipFill>
        <p:spPr bwMode="auto">
          <a:xfrm rot="16200000">
            <a:off x="2720358" y="-1841227"/>
            <a:ext cx="6751284" cy="108736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B12D7DD2-3C40-0A77-2A24-C5434FC3BF5A}"/>
              </a:ext>
            </a:extLst>
          </p:cNvPr>
          <p:cNvSpPr/>
          <p:nvPr/>
        </p:nvSpPr>
        <p:spPr>
          <a:xfrm>
            <a:off x="2275662" y="770934"/>
            <a:ext cx="7640676" cy="5363648"/>
          </a:xfrm>
          <a:prstGeom prst="roundRect">
            <a:avLst>
              <a:gd name="adj" fmla="val 2922"/>
            </a:avLst>
          </a:prstGeom>
          <a:blipFill dpi="0" rotWithShape="1">
            <a:blip r:embed="rId5"/>
            <a:srcRect/>
            <a:stretch>
              <a:fillRect l="-10316" r="-11684" b="-2000"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1A075A6-B102-3A6A-ABB1-3F8B2402A01A}"/>
              </a:ext>
            </a:extLst>
          </p:cNvPr>
          <p:cNvSpPr/>
          <p:nvPr/>
        </p:nvSpPr>
        <p:spPr>
          <a:xfrm>
            <a:off x="-1" y="-12774"/>
            <a:ext cx="12192000" cy="6858000"/>
          </a:xfrm>
          <a:prstGeom prst="rect">
            <a:avLst/>
          </a:prstGeom>
          <a:solidFill>
            <a:srgbClr val="0D0D0D">
              <a:alpha val="67843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E0126DFF-517C-2105-6F70-5D8C5FCA2D4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0805" r="14543" b="10463"/>
          <a:stretch>
            <a:fillRect/>
          </a:stretch>
        </p:blipFill>
        <p:spPr>
          <a:xfrm>
            <a:off x="7897027" y="0"/>
            <a:ext cx="2019311" cy="2001366"/>
          </a:xfrm>
          <a:custGeom>
            <a:avLst/>
            <a:gdLst>
              <a:gd name="connsiteX0" fmla="*/ 1411647 w 2823294"/>
              <a:gd name="connsiteY0" fmla="*/ 0 h 2823294"/>
              <a:gd name="connsiteX1" fmla="*/ 2823294 w 2823294"/>
              <a:gd name="connsiteY1" fmla="*/ 1411647 h 2823294"/>
              <a:gd name="connsiteX2" fmla="*/ 1411647 w 2823294"/>
              <a:gd name="connsiteY2" fmla="*/ 2823294 h 2823294"/>
              <a:gd name="connsiteX3" fmla="*/ 0 w 2823294"/>
              <a:gd name="connsiteY3" fmla="*/ 1411647 h 2823294"/>
              <a:gd name="connsiteX4" fmla="*/ 1411647 w 2823294"/>
              <a:gd name="connsiteY4" fmla="*/ 0 h 28232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3294" h="2823294">
                <a:moveTo>
                  <a:pt x="1411647" y="0"/>
                </a:moveTo>
                <a:cubicBezTo>
                  <a:pt x="2191278" y="0"/>
                  <a:pt x="2823294" y="632016"/>
                  <a:pt x="2823294" y="1411647"/>
                </a:cubicBezTo>
                <a:cubicBezTo>
                  <a:pt x="2823294" y="2191278"/>
                  <a:pt x="2191278" y="2823294"/>
                  <a:pt x="1411647" y="2823294"/>
                </a:cubicBezTo>
                <a:cubicBezTo>
                  <a:pt x="632016" y="2823294"/>
                  <a:pt x="0" y="2191278"/>
                  <a:pt x="0" y="1411647"/>
                </a:cubicBezTo>
                <a:cubicBezTo>
                  <a:pt x="0" y="632016"/>
                  <a:pt x="632016" y="0"/>
                  <a:pt x="1411647" y="0"/>
                </a:cubicBezTo>
                <a:close/>
              </a:path>
            </a:pathLst>
          </a:custGeom>
        </p:spPr>
      </p:pic>
      <p:grpSp>
        <p:nvGrpSpPr>
          <p:cNvPr id="43" name="グループ化 42">
            <a:extLst>
              <a:ext uri="{FF2B5EF4-FFF2-40B4-BE49-F238E27FC236}">
                <a16:creationId xmlns:a16="http://schemas.microsoft.com/office/drawing/2014/main" id="{2B2E37CE-6DEE-D4F2-458B-21637EF06A4D}"/>
              </a:ext>
            </a:extLst>
          </p:cNvPr>
          <p:cNvGrpSpPr/>
          <p:nvPr/>
        </p:nvGrpSpPr>
        <p:grpSpPr>
          <a:xfrm>
            <a:off x="517891" y="376836"/>
            <a:ext cx="11156219" cy="6104328"/>
            <a:chOff x="517891" y="376836"/>
            <a:chExt cx="11156219" cy="6104328"/>
          </a:xfrm>
        </p:grpSpPr>
        <p:sp>
          <p:nvSpPr>
            <p:cNvPr id="44" name="四角形: 角を丸くする 43">
              <a:extLst>
                <a:ext uri="{FF2B5EF4-FFF2-40B4-BE49-F238E27FC236}">
                  <a16:creationId xmlns:a16="http://schemas.microsoft.com/office/drawing/2014/main" id="{03EC419B-2D72-1C72-9E47-64F4C569C4D7}"/>
                </a:ext>
              </a:extLst>
            </p:cNvPr>
            <p:cNvSpPr/>
            <p:nvPr/>
          </p:nvSpPr>
          <p:spPr>
            <a:xfrm>
              <a:off x="517891" y="376836"/>
              <a:ext cx="11156219" cy="6104328"/>
            </a:xfrm>
            <a:prstGeom prst="roundRect">
              <a:avLst>
                <a:gd name="adj" fmla="val 7124"/>
              </a:avLst>
            </a:prstGeom>
            <a:solidFill>
              <a:srgbClr val="4A66AC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4A66AC"/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50" charset="-128"/>
                <a:cs typeface="+mn-cs"/>
              </a:endParaRPr>
            </a:p>
          </p:txBody>
        </p:sp>
        <p:sp>
          <p:nvSpPr>
            <p:cNvPr id="45" name="四角形: 角を丸くする 44">
              <a:extLst>
                <a:ext uri="{FF2B5EF4-FFF2-40B4-BE49-F238E27FC236}">
                  <a16:creationId xmlns:a16="http://schemas.microsoft.com/office/drawing/2014/main" id="{4F41638E-6BF9-2C0B-A7F7-A0ED8F651E1B}"/>
                </a:ext>
              </a:extLst>
            </p:cNvPr>
            <p:cNvSpPr/>
            <p:nvPr/>
          </p:nvSpPr>
          <p:spPr>
            <a:xfrm>
              <a:off x="952501" y="768394"/>
              <a:ext cx="10286999" cy="5301344"/>
            </a:xfrm>
            <a:prstGeom prst="roundRect">
              <a:avLst>
                <a:gd name="adj" fmla="val 7124"/>
              </a:avLst>
            </a:prstGeom>
            <a:solidFill>
              <a:srgbClr val="4A66AC">
                <a:lumMod val="20000"/>
                <a:lumOff val="80000"/>
              </a:srgbClr>
            </a:solidFill>
            <a:ln w="12700" cap="flat" cmpd="sng" algn="ctr">
              <a:noFill/>
              <a:prstDash val="solid"/>
              <a:miter lim="800000"/>
            </a:ln>
            <a:effectLst>
              <a:outerShdw blurRad="101600" dist="38100" dir="4800000" sx="102000" sy="102000" algn="tl" rotWithShape="0">
                <a:prstClr val="black">
                  <a:alpha val="2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4A66AC"/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50" charset="-128"/>
                <a:cs typeface="+mn-cs"/>
              </a:endParaRPr>
            </a:p>
          </p:txBody>
        </p:sp>
        <p:sp>
          <p:nvSpPr>
            <p:cNvPr id="46" name="テキスト ボックス 45">
              <a:extLst>
                <a:ext uri="{FF2B5EF4-FFF2-40B4-BE49-F238E27FC236}">
                  <a16:creationId xmlns:a16="http://schemas.microsoft.com/office/drawing/2014/main" id="{455CDD26-6B7A-1059-C713-046DF6425726}"/>
                </a:ext>
              </a:extLst>
            </p:cNvPr>
            <p:cNvSpPr txBox="1"/>
            <p:nvPr/>
          </p:nvSpPr>
          <p:spPr>
            <a:xfrm>
              <a:off x="2689413" y="1442244"/>
              <a:ext cx="802789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defTabSz="914400">
                <a:defRPr/>
              </a:pPr>
              <a:r>
                <a:rPr kumimoji="1" lang="ja-JP" altLang="en-US" sz="2000" b="1" kern="0" dirty="0">
                  <a:solidFill>
                    <a:srgbClr val="4A66AC">
                      <a:lumMod val="75000"/>
                    </a:srgbClr>
                  </a:solidFill>
                  <a:latin typeface="Calibri" panose="020F0502020204030204"/>
                  <a:ea typeface="游ゴシック" panose="020B0400000000000000" pitchFamily="50" charset="-128"/>
                </a:rPr>
                <a:t>問題をアップロードしていただくと、</a:t>
              </a:r>
              <a:r>
                <a:rPr kumimoji="1" lang="en-US" altLang="ja-JP" sz="2000" b="1" kern="0" dirty="0">
                  <a:solidFill>
                    <a:srgbClr val="4A66AC">
                      <a:lumMod val="75000"/>
                    </a:srgbClr>
                  </a:solidFill>
                  <a:latin typeface="游ゴシック" panose="020B0400000000000000" pitchFamily="50" charset="-128"/>
                  <a:ea typeface="游ゴシック" panose="020B0400000000000000" pitchFamily="50" charset="-128"/>
                </a:rPr>
                <a:t>24</a:t>
              </a:r>
              <a:r>
                <a:rPr kumimoji="1" lang="ja-JP" altLang="en-US" sz="2000" b="1" kern="0" dirty="0">
                  <a:solidFill>
                    <a:srgbClr val="4A66AC">
                      <a:lumMod val="75000"/>
                    </a:srgbClr>
                  </a:solidFill>
                  <a:latin typeface="Calibri" panose="020F0502020204030204"/>
                  <a:ea typeface="游ゴシック" panose="020B0400000000000000" pitchFamily="50" charset="-128"/>
                </a:rPr>
                <a:t>時間広告が表示されません。</a:t>
              </a:r>
              <a:endParaRPr kumimoji="1" lang="ja-JP" alt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4A66AC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50" charset="-128"/>
              </a:endParaRPr>
            </a:p>
          </p:txBody>
        </p:sp>
        <p:sp>
          <p:nvSpPr>
            <p:cNvPr id="47" name="フローチャート: 代替処理 46">
              <a:extLst>
                <a:ext uri="{FF2B5EF4-FFF2-40B4-BE49-F238E27FC236}">
                  <a16:creationId xmlns:a16="http://schemas.microsoft.com/office/drawing/2014/main" id="{3D5D7936-DFB1-9589-4C58-6889216DD723}"/>
                </a:ext>
              </a:extLst>
            </p:cNvPr>
            <p:cNvSpPr/>
            <p:nvPr/>
          </p:nvSpPr>
          <p:spPr>
            <a:xfrm>
              <a:off x="1892792" y="1455752"/>
              <a:ext cx="386602" cy="386602"/>
            </a:xfrm>
            <a:prstGeom prst="flowChartAlternateProcess">
              <a:avLst/>
            </a:prstGeom>
            <a:solidFill>
              <a:sysClr val="window" lastClr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50" charset="-128"/>
                <a:cs typeface="+mn-cs"/>
              </a:endParaRPr>
            </a:p>
          </p:txBody>
        </p:sp>
        <p:sp>
          <p:nvSpPr>
            <p:cNvPr id="48" name="フローチャート: 代替処理 47">
              <a:extLst>
                <a:ext uri="{FF2B5EF4-FFF2-40B4-BE49-F238E27FC236}">
                  <a16:creationId xmlns:a16="http://schemas.microsoft.com/office/drawing/2014/main" id="{34CE199B-F908-7441-9E1C-D1201CEF6E20}"/>
                </a:ext>
              </a:extLst>
            </p:cNvPr>
            <p:cNvSpPr/>
            <p:nvPr/>
          </p:nvSpPr>
          <p:spPr>
            <a:xfrm>
              <a:off x="1899516" y="2632504"/>
              <a:ext cx="386602" cy="386602"/>
            </a:xfrm>
            <a:prstGeom prst="flowChartAlternateProcess">
              <a:avLst/>
            </a:prstGeom>
            <a:solidFill>
              <a:sysClr val="window" lastClr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50" charset="-128"/>
                <a:cs typeface="+mn-cs"/>
              </a:endParaRPr>
            </a:p>
          </p:txBody>
        </p:sp>
        <p:sp>
          <p:nvSpPr>
            <p:cNvPr id="49" name="フローチャート: 代替処理 48">
              <a:extLst>
                <a:ext uri="{FF2B5EF4-FFF2-40B4-BE49-F238E27FC236}">
                  <a16:creationId xmlns:a16="http://schemas.microsoft.com/office/drawing/2014/main" id="{A20CF14B-8DEF-BD32-5868-20362966BA18}"/>
                </a:ext>
              </a:extLst>
            </p:cNvPr>
            <p:cNvSpPr/>
            <p:nvPr/>
          </p:nvSpPr>
          <p:spPr>
            <a:xfrm>
              <a:off x="1906240" y="3809256"/>
              <a:ext cx="386602" cy="386602"/>
            </a:xfrm>
            <a:prstGeom prst="flowChartAlternateProcess">
              <a:avLst/>
            </a:prstGeom>
            <a:solidFill>
              <a:sysClr val="window" lastClr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50" charset="-128"/>
                <a:cs typeface="+mn-cs"/>
              </a:endParaRPr>
            </a:p>
          </p:txBody>
        </p:sp>
        <p:sp>
          <p:nvSpPr>
            <p:cNvPr id="50" name="フローチャート: 代替処理 49">
              <a:extLst>
                <a:ext uri="{FF2B5EF4-FFF2-40B4-BE49-F238E27FC236}">
                  <a16:creationId xmlns:a16="http://schemas.microsoft.com/office/drawing/2014/main" id="{86E6D9FA-CC5C-0CCE-6E76-04964F8622AD}"/>
                </a:ext>
              </a:extLst>
            </p:cNvPr>
            <p:cNvSpPr/>
            <p:nvPr/>
          </p:nvSpPr>
          <p:spPr>
            <a:xfrm>
              <a:off x="1912964" y="4986008"/>
              <a:ext cx="386602" cy="386602"/>
            </a:xfrm>
            <a:prstGeom prst="flowChartAlternateProcess">
              <a:avLst/>
            </a:prstGeom>
            <a:solidFill>
              <a:sysClr val="window" lastClr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50" charset="-128"/>
                <a:cs typeface="+mn-cs"/>
              </a:endParaRPr>
            </a:p>
          </p:txBody>
        </p:sp>
        <p:sp>
          <p:nvSpPr>
            <p:cNvPr id="51" name="テキスト ボックス 50">
              <a:extLst>
                <a:ext uri="{FF2B5EF4-FFF2-40B4-BE49-F238E27FC236}">
                  <a16:creationId xmlns:a16="http://schemas.microsoft.com/office/drawing/2014/main" id="{6C94ACD3-9A8F-3D4A-5C30-07D3FCCB616B}"/>
                </a:ext>
              </a:extLst>
            </p:cNvPr>
            <p:cNvSpPr txBox="1"/>
            <p:nvPr/>
          </p:nvSpPr>
          <p:spPr>
            <a:xfrm>
              <a:off x="2689413" y="2572601"/>
              <a:ext cx="823766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defTabSz="914400">
                <a:defRPr/>
              </a:pPr>
              <a:r>
                <a:rPr kumimoji="1" lang="en-US" altLang="ja-JP" sz="2400" b="1" kern="0" dirty="0">
                  <a:solidFill>
                    <a:srgbClr val="4A66AC">
                      <a:lumMod val="75000"/>
                    </a:srgbClr>
                  </a:solidFill>
                  <a:latin typeface="Calibri" panose="020F0502020204030204"/>
                  <a:ea typeface="游ゴシック" panose="020B0400000000000000" pitchFamily="50" charset="-128"/>
                </a:rPr>
                <a:t>If you upload a question, ads will not be displayed for 24 hours.</a:t>
              </a:r>
              <a:endParaRPr kumimoji="1" lang="ja-JP" alt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4A66AC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50" charset="-128"/>
              </a:endParaRPr>
            </a:p>
          </p:txBody>
        </p:sp>
        <p:sp>
          <p:nvSpPr>
            <p:cNvPr id="52" name="テキスト ボックス 51">
              <a:extLst>
                <a:ext uri="{FF2B5EF4-FFF2-40B4-BE49-F238E27FC236}">
                  <a16:creationId xmlns:a16="http://schemas.microsoft.com/office/drawing/2014/main" id="{E6BBE5BC-C11E-4F9F-C151-1FADA1D3765A}"/>
                </a:ext>
              </a:extLst>
            </p:cNvPr>
            <p:cNvSpPr txBox="1"/>
            <p:nvPr/>
          </p:nvSpPr>
          <p:spPr>
            <a:xfrm>
              <a:off x="2689412" y="3775726"/>
              <a:ext cx="802789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defTabSz="914400">
                <a:defRPr/>
              </a:pPr>
              <a:r>
                <a:rPr kumimoji="1" lang="zh-CN" altLang="en-US" sz="2000" b="1" kern="0" dirty="0">
                  <a:solidFill>
                    <a:srgbClr val="4A66AC">
                      <a:lumMod val="75000"/>
                    </a:srgbClr>
                  </a:solidFill>
                  <a:latin typeface="DengXian" panose="02010600030101010101" pitchFamily="2" charset="-122"/>
                  <a:ea typeface="DengXian" panose="02010600030101010101" pitchFamily="2" charset="-122"/>
                </a:rPr>
                <a:t>如果您上传问题，</a:t>
              </a:r>
              <a:r>
                <a:rPr kumimoji="1" lang="en-US" altLang="zh-CN" sz="2000" b="1" kern="0" dirty="0">
                  <a:solidFill>
                    <a:srgbClr val="4A66AC">
                      <a:lumMod val="75000"/>
                    </a:srgbClr>
                  </a:solidFill>
                  <a:latin typeface="DengXian" panose="02010600030101010101" pitchFamily="2" charset="-122"/>
                  <a:ea typeface="DengXian" panose="02010600030101010101" pitchFamily="2" charset="-122"/>
                </a:rPr>
                <a:t>24 </a:t>
              </a:r>
              <a:r>
                <a:rPr kumimoji="1" lang="zh-CN" altLang="en-US" sz="2000" b="1" kern="0" dirty="0">
                  <a:solidFill>
                    <a:srgbClr val="4A66AC">
                      <a:lumMod val="75000"/>
                    </a:srgbClr>
                  </a:solidFill>
                  <a:latin typeface="DengXian" panose="02010600030101010101" pitchFamily="2" charset="-122"/>
                  <a:ea typeface="DengXian" panose="02010600030101010101" pitchFamily="2" charset="-122"/>
                </a:rPr>
                <a:t>小时内不会显示广告。</a:t>
              </a:r>
              <a:endParaRPr kumimoji="1" lang="ja-JP" altLang="en-US" sz="2000" b="1" i="0" u="none" strike="noStrike" kern="0" cap="none" spc="0" normalizeH="0" noProof="0" dirty="0">
                <a:ln>
                  <a:noFill/>
                </a:ln>
                <a:solidFill>
                  <a:srgbClr val="4A66AC">
                    <a:lumMod val="75000"/>
                  </a:srgbClr>
                </a:solidFill>
                <a:effectLst/>
                <a:uLnTx/>
                <a:uFillTx/>
                <a:latin typeface="DengXian" panose="02010600030101010101" pitchFamily="2" charset="-122"/>
                <a:ea typeface="DengXian" panose="02010600030101010101" pitchFamily="2" charset="-122"/>
              </a:endParaRPr>
            </a:p>
          </p:txBody>
        </p:sp>
        <p:sp>
          <p:nvSpPr>
            <p:cNvPr id="53" name="テキスト ボックス 52">
              <a:extLst>
                <a:ext uri="{FF2B5EF4-FFF2-40B4-BE49-F238E27FC236}">
                  <a16:creationId xmlns:a16="http://schemas.microsoft.com/office/drawing/2014/main" id="{559004B6-2C1E-3BAE-7998-38DC60B7F60A}"/>
                </a:ext>
              </a:extLst>
            </p:cNvPr>
            <p:cNvSpPr txBox="1"/>
            <p:nvPr/>
          </p:nvSpPr>
          <p:spPr>
            <a:xfrm>
              <a:off x="2689411" y="4972500"/>
              <a:ext cx="802789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defTabSz="914400">
                <a:defRPr/>
              </a:pPr>
              <a:r>
                <a:rPr kumimoji="1" lang="ko-KR" altLang="en-US" sz="2000" b="1" kern="0" dirty="0">
                  <a:solidFill>
                    <a:srgbClr val="4A66AC">
                      <a:lumMod val="75000"/>
                    </a:srgbClr>
                  </a:solidFill>
                  <a:latin typeface="Calibri" panose="020F0502020204030204"/>
                  <a:ea typeface="맑은 고딕" panose="020B0503020000020004" pitchFamily="34" charset="-127"/>
                </a:rPr>
                <a:t>문제를 </a:t>
              </a:r>
              <a:r>
                <a:rPr kumimoji="1" lang="ko-KR" altLang="en-US" sz="2000" b="1" kern="0" dirty="0">
                  <a:solidFill>
                    <a:srgbClr val="4A66AC">
                      <a:lumMod val="75000"/>
                    </a:srgbClr>
                  </a:solidFill>
                  <a:latin typeface="Malgun Gothic" panose="020B0503020000020004" pitchFamily="34" charset="-127"/>
                  <a:ea typeface="맑은 고딕" panose="020B0503020000020004" pitchFamily="34" charset="-127"/>
                </a:rPr>
                <a:t>업로드하면 </a:t>
              </a:r>
              <a:r>
                <a:rPr kumimoji="1" lang="en-US" altLang="ko-KR" sz="2000" b="1" kern="0" dirty="0">
                  <a:solidFill>
                    <a:srgbClr val="4A66AC">
                      <a:lumMod val="75000"/>
                    </a:srgbClr>
                  </a:solidFill>
                  <a:latin typeface="Malgun Gothic" panose="020B0503020000020004" pitchFamily="34" charset="-127"/>
                  <a:ea typeface="맑은 고딕" panose="020B0503020000020004" pitchFamily="34" charset="-127"/>
                </a:rPr>
                <a:t>24</a:t>
              </a:r>
              <a:r>
                <a:rPr kumimoji="1" lang="ko-KR" altLang="en-US" sz="2000" b="1" kern="0" dirty="0">
                  <a:solidFill>
                    <a:srgbClr val="4A66AC">
                      <a:lumMod val="75000"/>
                    </a:srgbClr>
                  </a:solidFill>
                  <a:latin typeface="Malgun Gothic" panose="020B0503020000020004" pitchFamily="34" charset="-127"/>
                  <a:ea typeface="맑은 고딕" panose="020B0503020000020004" pitchFamily="34" charset="-127"/>
                </a:rPr>
                <a:t>시간 </a:t>
              </a:r>
              <a:r>
                <a:rPr kumimoji="1" lang="ko-KR" altLang="en-US" sz="2000" b="1" kern="0" dirty="0">
                  <a:solidFill>
                    <a:srgbClr val="4A66AC">
                      <a:lumMod val="75000"/>
                    </a:srgbClr>
                  </a:solidFill>
                  <a:latin typeface="Calibri" panose="020F0502020204030204"/>
                  <a:ea typeface="맑은 고딕" panose="020B0503020000020004" pitchFamily="34" charset="-127"/>
                </a:rPr>
                <a:t>동안 광고가 게재되지 않습니다</a:t>
              </a:r>
              <a:r>
                <a:rPr kumimoji="1" lang="en-US" altLang="ko-KR" sz="2000" b="1" kern="0" dirty="0">
                  <a:solidFill>
                    <a:srgbClr val="4A66AC">
                      <a:lumMod val="75000"/>
                    </a:srgbClr>
                  </a:solidFill>
                  <a:latin typeface="Calibri" panose="020F0502020204030204"/>
                  <a:ea typeface="맑은 고딕" panose="020B0503020000020004" pitchFamily="34" charset="-127"/>
                </a:rPr>
                <a:t>.</a:t>
              </a:r>
              <a:endParaRPr kumimoji="1" lang="ja-JP" alt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4A66AC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50" charset="-128"/>
              </a:endParaRPr>
            </a:p>
          </p:txBody>
        </p:sp>
      </p:grpSp>
      <p:grpSp>
        <p:nvGrpSpPr>
          <p:cNvPr id="54" name="グループ化 53">
            <a:extLst>
              <a:ext uri="{FF2B5EF4-FFF2-40B4-BE49-F238E27FC236}">
                <a16:creationId xmlns:a16="http://schemas.microsoft.com/office/drawing/2014/main" id="{5A7FE231-95A3-7F71-470B-EBAE2B86093F}"/>
              </a:ext>
            </a:extLst>
          </p:cNvPr>
          <p:cNvGrpSpPr/>
          <p:nvPr/>
        </p:nvGrpSpPr>
        <p:grpSpPr>
          <a:xfrm>
            <a:off x="1668381" y="1347801"/>
            <a:ext cx="873055" cy="4001634"/>
            <a:chOff x="1668381" y="1347801"/>
            <a:chExt cx="873055" cy="4001634"/>
          </a:xfrm>
        </p:grpSpPr>
        <p:pic>
          <p:nvPicPr>
            <p:cNvPr id="55" name="図 54">
              <a:extLst>
                <a:ext uri="{FF2B5EF4-FFF2-40B4-BE49-F238E27FC236}">
                  <a16:creationId xmlns:a16="http://schemas.microsoft.com/office/drawing/2014/main" id="{C01DB93A-B46E-C526-6040-0FD2473D5D6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68381" y="1347801"/>
              <a:ext cx="873055" cy="480839"/>
            </a:xfrm>
            <a:prstGeom prst="rect">
              <a:avLst/>
            </a:prstGeom>
          </p:spPr>
        </p:pic>
        <p:pic>
          <p:nvPicPr>
            <p:cNvPr id="56" name="図 55">
              <a:extLst>
                <a:ext uri="{FF2B5EF4-FFF2-40B4-BE49-F238E27FC236}">
                  <a16:creationId xmlns:a16="http://schemas.microsoft.com/office/drawing/2014/main" id="{3109CD96-986A-A4A0-D4BD-FE7F8F92B26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68381" y="2521399"/>
              <a:ext cx="873055" cy="480839"/>
            </a:xfrm>
            <a:prstGeom prst="rect">
              <a:avLst/>
            </a:prstGeom>
          </p:spPr>
        </p:pic>
        <p:pic>
          <p:nvPicPr>
            <p:cNvPr id="57" name="図 56">
              <a:extLst>
                <a:ext uri="{FF2B5EF4-FFF2-40B4-BE49-F238E27FC236}">
                  <a16:creationId xmlns:a16="http://schemas.microsoft.com/office/drawing/2014/main" id="{1E1CA014-2421-F0F8-34AB-177C0485FC4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68381" y="3694997"/>
              <a:ext cx="873055" cy="480839"/>
            </a:xfrm>
            <a:prstGeom prst="rect">
              <a:avLst/>
            </a:prstGeom>
          </p:spPr>
        </p:pic>
        <p:pic>
          <p:nvPicPr>
            <p:cNvPr id="58" name="図 57">
              <a:extLst>
                <a:ext uri="{FF2B5EF4-FFF2-40B4-BE49-F238E27FC236}">
                  <a16:creationId xmlns:a16="http://schemas.microsoft.com/office/drawing/2014/main" id="{7D27BBE2-E4FD-161E-7EDE-1A56AF452A6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68381" y="4868596"/>
              <a:ext cx="873055" cy="48083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10231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6000">
        <p159:morph option="byObject"/>
      </p:transition>
    </mc:Choice>
    <mc:Fallback xmlns="">
      <p:transition spd="slow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" presetID="22" presetClass="entr" presetSubtype="8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1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5D06FF-D27F-B3C1-3D8A-9A2A36CA3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127C0F46-8477-21BA-3C71-95A6346CAF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3124359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4EF911C-6A85-035C-91D0-CF9431E286D1}"/>
              </a:ext>
            </a:extLst>
          </p:cNvPr>
          <p:cNvSpPr/>
          <p:nvPr/>
        </p:nvSpPr>
        <p:spPr>
          <a:xfrm>
            <a:off x="0" y="166212"/>
            <a:ext cx="12192000" cy="3765550"/>
          </a:xfrm>
          <a:prstGeom prst="rect">
            <a:avLst/>
          </a:prstGeom>
          <a:gradFill>
            <a:gsLst>
              <a:gs pos="18000">
                <a:srgbClr val="EDF1F9"/>
              </a:gs>
              <a:gs pos="55000">
                <a:srgbClr val="EDF1F9">
                  <a:alpha val="55000"/>
                </a:srgbClr>
              </a:gs>
              <a:gs pos="100000">
                <a:srgbClr val="EDF1F9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10" name="Picture 4" descr="汎用的な人のシルエットアイコン | 商用可の無料(フリー)のアイコン素材をダウンロードできるサイト『icon rainbow』">
            <a:extLst>
              <a:ext uri="{FF2B5EF4-FFF2-40B4-BE49-F238E27FC236}">
                <a16:creationId xmlns:a16="http://schemas.microsoft.com/office/drawing/2014/main" id="{EC7A4A9B-174E-BD77-D94F-410ABF4C8D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0680" y="5547360"/>
            <a:ext cx="1310640" cy="131064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36B69274-7F6C-9972-7472-9CECFB39603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355"/>
          <a:stretch>
            <a:fillRect/>
          </a:stretch>
        </p:blipFill>
        <p:spPr>
          <a:xfrm>
            <a:off x="3712520" y="4793955"/>
            <a:ext cx="1047137" cy="150680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122" name="Picture 2" descr="Focus Gold数学III |本 | 通販 | Amazon">
            <a:extLst>
              <a:ext uri="{FF2B5EF4-FFF2-40B4-BE49-F238E27FC236}">
                <a16:creationId xmlns:a16="http://schemas.microsoft.com/office/drawing/2014/main" id="{A1508FD3-3C82-E2F5-D09B-500699239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2343" y="4950336"/>
            <a:ext cx="826157" cy="1194044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F6B8E59D-F98C-F802-C51E-D67A86E53B1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355"/>
          <a:stretch>
            <a:fillRect/>
          </a:stretch>
        </p:blipFill>
        <p:spPr>
          <a:xfrm>
            <a:off x="3712520" y="4793955"/>
            <a:ext cx="1047137" cy="150680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8" name="Picture 2" descr="Focus Gold数学III |本 | 通販 | Amazon">
            <a:extLst>
              <a:ext uri="{FF2B5EF4-FFF2-40B4-BE49-F238E27FC236}">
                <a16:creationId xmlns:a16="http://schemas.microsoft.com/office/drawing/2014/main" id="{627A7AC9-A290-C2F0-423F-3973319235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2343" y="4950336"/>
            <a:ext cx="826157" cy="1194044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06663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">
        <p:fade/>
      </p:transition>
    </mc:Choice>
    <mc:Fallback xmlns="">
      <p:transition spd="med" advTm="1000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1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0FC1B7-4333-AECC-5CF3-2BB66940A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B8DD42B9-E5AE-5908-C51A-12CF1696B6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3124359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449BD60-ADE4-29B1-7190-70F08EAAAF3B}"/>
              </a:ext>
            </a:extLst>
          </p:cNvPr>
          <p:cNvSpPr/>
          <p:nvPr/>
        </p:nvSpPr>
        <p:spPr>
          <a:xfrm>
            <a:off x="0" y="166212"/>
            <a:ext cx="12192000" cy="3765550"/>
          </a:xfrm>
          <a:prstGeom prst="rect">
            <a:avLst/>
          </a:prstGeom>
          <a:gradFill>
            <a:gsLst>
              <a:gs pos="18000">
                <a:srgbClr val="EDF1F9"/>
              </a:gs>
              <a:gs pos="55000">
                <a:srgbClr val="EDF1F9">
                  <a:alpha val="55000"/>
                </a:srgbClr>
              </a:gs>
              <a:gs pos="100000">
                <a:srgbClr val="EDF1F9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10" name="Picture 4" descr="汎用的な人のシルエットアイコン | 商用可の無料(フリー)のアイコン素材をダウンロードできるサイト『icon rainbow』">
            <a:extLst>
              <a:ext uri="{FF2B5EF4-FFF2-40B4-BE49-F238E27FC236}">
                <a16:creationId xmlns:a16="http://schemas.microsoft.com/office/drawing/2014/main" id="{7B1631FF-3D8C-4D06-87E2-D9E688202E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0680" y="5547360"/>
            <a:ext cx="1310640" cy="131064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EEC9553B-9C05-4ED6-8F5F-0CEEE708697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355"/>
          <a:stretch>
            <a:fillRect/>
          </a:stretch>
        </p:blipFill>
        <p:spPr>
          <a:xfrm>
            <a:off x="4543925" y="951320"/>
            <a:ext cx="849017" cy="122171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122" name="Picture 2" descr="Focus Gold数学III |本 | 通販 | Amazon">
            <a:extLst>
              <a:ext uri="{FF2B5EF4-FFF2-40B4-BE49-F238E27FC236}">
                <a16:creationId xmlns:a16="http://schemas.microsoft.com/office/drawing/2014/main" id="{788B988C-AA13-26C0-EF06-A2F7313BCC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83683" y="951320"/>
            <a:ext cx="826157" cy="1194044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E7DB0E9F-BCF5-A1E4-20D6-4C905E445B2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355"/>
          <a:stretch>
            <a:fillRect/>
          </a:stretch>
        </p:blipFill>
        <p:spPr>
          <a:xfrm>
            <a:off x="3712520" y="4793955"/>
            <a:ext cx="1047137" cy="150680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" name="Picture 2" descr="Focus Gold数学III |本 | 通販 | Amazon">
            <a:extLst>
              <a:ext uri="{FF2B5EF4-FFF2-40B4-BE49-F238E27FC236}">
                <a16:creationId xmlns:a16="http://schemas.microsoft.com/office/drawing/2014/main" id="{D77AB802-9F9E-7EBA-5E9F-8359B200AC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2343" y="4950336"/>
            <a:ext cx="826157" cy="1194044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&quot;禁止&quot;マーク 5">
            <a:extLst>
              <a:ext uri="{FF2B5EF4-FFF2-40B4-BE49-F238E27FC236}">
                <a16:creationId xmlns:a16="http://schemas.microsoft.com/office/drawing/2014/main" id="{0838CB8B-36F6-4EFB-E863-5568BAA25A84}"/>
              </a:ext>
            </a:extLst>
          </p:cNvPr>
          <p:cNvSpPr/>
          <p:nvPr/>
        </p:nvSpPr>
        <p:spPr>
          <a:xfrm>
            <a:off x="3640697" y="1196340"/>
            <a:ext cx="4709160" cy="4465320"/>
          </a:xfrm>
          <a:prstGeom prst="noSmoking">
            <a:avLst>
              <a:gd name="adj" fmla="val 12619"/>
            </a:avLst>
          </a:prstGeom>
          <a:solidFill>
            <a:srgbClr val="F02718">
              <a:alpha val="60000"/>
            </a:srgbClr>
          </a:solidFill>
          <a:ln>
            <a:noFill/>
          </a:ln>
          <a:effectLst>
            <a:outerShdw blurRad="127000" dist="38100" dir="7800000" sx="102000" sy="102000" algn="l" rotWithShape="0">
              <a:prstClr val="black">
                <a:alpha val="5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pic>
        <p:nvPicPr>
          <p:cNvPr id="11" name="Picture 2" descr="データベースサーバーのアイコン | フリーのアイコンイラスト ...">
            <a:extLst>
              <a:ext uri="{FF2B5EF4-FFF2-40B4-BE49-F238E27FC236}">
                <a16:creationId xmlns:a16="http://schemas.microsoft.com/office/drawing/2014/main" id="{496A585B-1821-FFEB-E2BD-DF64CBC963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30102" y="296402"/>
            <a:ext cx="822213" cy="822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97C6AF09-E11C-665E-C1A3-82B2D044756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76153" y="543711"/>
            <a:ext cx="6039693" cy="1876687"/>
          </a:xfrm>
          <a:prstGeom prst="rect">
            <a:avLst/>
          </a:prstGeom>
        </p:spPr>
      </p:pic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5D4D4D56-796A-AF5D-CD8F-A7ED2F6A42D2}"/>
              </a:ext>
            </a:extLst>
          </p:cNvPr>
          <p:cNvGrpSpPr/>
          <p:nvPr/>
        </p:nvGrpSpPr>
        <p:grpSpPr>
          <a:xfrm>
            <a:off x="517891" y="376836"/>
            <a:ext cx="11156219" cy="6104328"/>
            <a:chOff x="517891" y="376836"/>
            <a:chExt cx="11156219" cy="6104328"/>
          </a:xfrm>
        </p:grpSpPr>
        <p:sp>
          <p:nvSpPr>
            <p:cNvPr id="15" name="四角形: 角を丸くする 14">
              <a:extLst>
                <a:ext uri="{FF2B5EF4-FFF2-40B4-BE49-F238E27FC236}">
                  <a16:creationId xmlns:a16="http://schemas.microsoft.com/office/drawing/2014/main" id="{DC15A038-62FF-E256-E5B4-61ECC65027B7}"/>
                </a:ext>
              </a:extLst>
            </p:cNvPr>
            <p:cNvSpPr/>
            <p:nvPr/>
          </p:nvSpPr>
          <p:spPr>
            <a:xfrm>
              <a:off x="517891" y="376836"/>
              <a:ext cx="11156219" cy="6104328"/>
            </a:xfrm>
            <a:prstGeom prst="roundRect">
              <a:avLst>
                <a:gd name="adj" fmla="val 7124"/>
              </a:avLst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2400" b="1" dirty="0">
                <a:solidFill>
                  <a:schemeClr val="accent1"/>
                </a:solidFill>
              </a:endParaRPr>
            </a:p>
          </p:txBody>
        </p:sp>
        <p:sp>
          <p:nvSpPr>
            <p:cNvPr id="16" name="四角形: 角を丸くする 15">
              <a:extLst>
                <a:ext uri="{FF2B5EF4-FFF2-40B4-BE49-F238E27FC236}">
                  <a16:creationId xmlns:a16="http://schemas.microsoft.com/office/drawing/2014/main" id="{5E2AAA9A-8133-AFD2-816F-81D593C41347}"/>
                </a:ext>
              </a:extLst>
            </p:cNvPr>
            <p:cNvSpPr/>
            <p:nvPr/>
          </p:nvSpPr>
          <p:spPr>
            <a:xfrm>
              <a:off x="952501" y="778328"/>
              <a:ext cx="10286999" cy="5301344"/>
            </a:xfrm>
            <a:prstGeom prst="roundRect">
              <a:avLst>
                <a:gd name="adj" fmla="val 7124"/>
              </a:avLst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  <a:effectLst>
              <a:outerShdw blurRad="101600" dist="38100" dir="4800000" sx="102000" sy="102000" algn="tl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ja-JP" altLang="en-US" sz="2400" b="1" dirty="0">
                <a:solidFill>
                  <a:schemeClr val="accent1"/>
                </a:solidFill>
              </a:endParaRPr>
            </a:p>
          </p:txBody>
        </p:sp>
        <p:sp>
          <p:nvSpPr>
            <p:cNvPr id="17" name="フローチャート: 代替処理 16">
              <a:extLst>
                <a:ext uri="{FF2B5EF4-FFF2-40B4-BE49-F238E27FC236}">
                  <a16:creationId xmlns:a16="http://schemas.microsoft.com/office/drawing/2014/main" id="{2A5837D7-9959-0886-C312-B26CFCEDE4D9}"/>
                </a:ext>
              </a:extLst>
            </p:cNvPr>
            <p:cNvSpPr/>
            <p:nvPr/>
          </p:nvSpPr>
          <p:spPr>
            <a:xfrm>
              <a:off x="1892792" y="1455752"/>
              <a:ext cx="386602" cy="386602"/>
            </a:xfrm>
            <a:prstGeom prst="flowChartAlternateProcess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フローチャート: 代替処理 17">
              <a:extLst>
                <a:ext uri="{FF2B5EF4-FFF2-40B4-BE49-F238E27FC236}">
                  <a16:creationId xmlns:a16="http://schemas.microsoft.com/office/drawing/2014/main" id="{1B8EC992-599A-333B-0957-0278A4263EDF}"/>
                </a:ext>
              </a:extLst>
            </p:cNvPr>
            <p:cNvSpPr/>
            <p:nvPr/>
          </p:nvSpPr>
          <p:spPr>
            <a:xfrm>
              <a:off x="1899516" y="2632504"/>
              <a:ext cx="386602" cy="386602"/>
            </a:xfrm>
            <a:prstGeom prst="flowChartAlternateProcess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" name="フローチャート: 代替処理 18">
              <a:extLst>
                <a:ext uri="{FF2B5EF4-FFF2-40B4-BE49-F238E27FC236}">
                  <a16:creationId xmlns:a16="http://schemas.microsoft.com/office/drawing/2014/main" id="{61C691B4-C161-4CB2-45CD-B0338CA03780}"/>
                </a:ext>
              </a:extLst>
            </p:cNvPr>
            <p:cNvSpPr/>
            <p:nvPr/>
          </p:nvSpPr>
          <p:spPr>
            <a:xfrm>
              <a:off x="1906240" y="3809256"/>
              <a:ext cx="386602" cy="386602"/>
            </a:xfrm>
            <a:prstGeom prst="flowChartAlternateProcess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" name="フローチャート: 代替処理 19">
              <a:extLst>
                <a:ext uri="{FF2B5EF4-FFF2-40B4-BE49-F238E27FC236}">
                  <a16:creationId xmlns:a16="http://schemas.microsoft.com/office/drawing/2014/main" id="{E5558669-9280-DCCA-D717-C303701B3A13}"/>
                </a:ext>
              </a:extLst>
            </p:cNvPr>
            <p:cNvSpPr/>
            <p:nvPr/>
          </p:nvSpPr>
          <p:spPr>
            <a:xfrm>
              <a:off x="1912964" y="4986008"/>
              <a:ext cx="386602" cy="386602"/>
            </a:xfrm>
            <a:prstGeom prst="flowChartAlternateProcess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79C34C0C-A52C-AB06-A723-D3C1307E45CF}"/>
                </a:ext>
              </a:extLst>
            </p:cNvPr>
            <p:cNvSpPr txBox="1"/>
            <p:nvPr/>
          </p:nvSpPr>
          <p:spPr>
            <a:xfrm>
              <a:off x="2689413" y="1473595"/>
              <a:ext cx="802789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000" b="1" dirty="0">
                  <a:solidFill>
                    <a:schemeClr val="accent1">
                      <a:lumMod val="75000"/>
                    </a:schemeClr>
                  </a:solidFill>
                </a:rPr>
                <a:t>模試・参考書等のアップロードは法律で禁止されています。</a:t>
              </a:r>
              <a:endParaRPr kumimoji="1" lang="en-US" altLang="ja-JP" sz="20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95F1E4E6-A5C0-609F-3B3D-C2E6565DA695}"/>
                </a:ext>
              </a:extLst>
            </p:cNvPr>
            <p:cNvSpPr txBox="1"/>
            <p:nvPr/>
          </p:nvSpPr>
          <p:spPr>
            <a:xfrm>
              <a:off x="2689413" y="2621835"/>
              <a:ext cx="802789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000" b="1" dirty="0">
                  <a:solidFill>
                    <a:schemeClr val="accent1">
                      <a:lumMod val="75000"/>
                    </a:schemeClr>
                  </a:solidFill>
                </a:rPr>
                <a:t>Uploading mock tests, reference books, etc. is prohibited by law.</a:t>
              </a:r>
              <a:endParaRPr kumimoji="1" lang="ja-JP" altLang="en-US" sz="20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F132CCE7-0621-C457-C310-330F4F4E60E3}"/>
                </a:ext>
              </a:extLst>
            </p:cNvPr>
            <p:cNvSpPr txBox="1"/>
            <p:nvPr/>
          </p:nvSpPr>
          <p:spPr>
            <a:xfrm>
              <a:off x="2689412" y="3795748"/>
              <a:ext cx="802789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sz="2000" b="1" dirty="0">
                  <a:solidFill>
                    <a:schemeClr val="accent1">
                      <a:lumMod val="75000"/>
                    </a:schemeClr>
                  </a:solidFill>
                </a:rPr>
                <a:t>法律禁止上传模拟试题、参考书等。</a:t>
              </a:r>
              <a:endParaRPr kumimoji="1" lang="ja-JP" altLang="en-US" sz="20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28117330-7AB5-F808-D4EA-3285D2280560}"/>
                </a:ext>
              </a:extLst>
            </p:cNvPr>
            <p:cNvSpPr txBox="1"/>
            <p:nvPr/>
          </p:nvSpPr>
          <p:spPr>
            <a:xfrm>
              <a:off x="2689411" y="4979254"/>
              <a:ext cx="802789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ko-KR" altLang="en-US" sz="2000" b="1" dirty="0">
                  <a:solidFill>
                    <a:schemeClr val="accent1">
                      <a:lumMod val="75000"/>
                    </a:schemeClr>
                  </a:solidFill>
                </a:rPr>
                <a:t>모시</a:t>
              </a:r>
              <a:r>
                <a:rPr kumimoji="1" lang="en-US" altLang="ko-KR" sz="2000" b="1" dirty="0">
                  <a:solidFill>
                    <a:schemeClr val="accent1">
                      <a:lumMod val="75000"/>
                    </a:schemeClr>
                  </a:solidFill>
                </a:rPr>
                <a:t>·</a:t>
              </a:r>
              <a:r>
                <a:rPr kumimoji="1" lang="ko-KR" altLang="en-US" sz="2000" b="1" dirty="0">
                  <a:solidFill>
                    <a:schemeClr val="accent1">
                      <a:lumMod val="75000"/>
                    </a:schemeClr>
                  </a:solidFill>
                </a:rPr>
                <a:t>참고서등의 업로드는 법률로 금지되고 있습니다</a:t>
              </a:r>
              <a:r>
                <a:rPr kumimoji="1" lang="en-US" altLang="ko-KR" sz="2000" b="1" dirty="0">
                  <a:solidFill>
                    <a:schemeClr val="accent1">
                      <a:lumMod val="75000"/>
                    </a:schemeClr>
                  </a:solidFill>
                </a:rPr>
                <a:t>.</a:t>
              </a:r>
              <a:endParaRPr kumimoji="1" lang="ja-JP" altLang="en-US" sz="20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</p:grpSp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190FD801-62E3-D064-1EE7-1900F35B8B95}"/>
              </a:ext>
            </a:extLst>
          </p:cNvPr>
          <p:cNvGrpSpPr/>
          <p:nvPr/>
        </p:nvGrpSpPr>
        <p:grpSpPr>
          <a:xfrm>
            <a:off x="1668381" y="1347801"/>
            <a:ext cx="873055" cy="4001634"/>
            <a:chOff x="1668381" y="1347801"/>
            <a:chExt cx="873055" cy="4001634"/>
          </a:xfrm>
        </p:grpSpPr>
        <p:pic>
          <p:nvPicPr>
            <p:cNvPr id="26" name="図 25">
              <a:extLst>
                <a:ext uri="{FF2B5EF4-FFF2-40B4-BE49-F238E27FC236}">
                  <a16:creationId xmlns:a16="http://schemas.microsoft.com/office/drawing/2014/main" id="{241ADD55-4A7D-BE0A-77D9-10C04EFA3E3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68381" y="1347801"/>
              <a:ext cx="873055" cy="480839"/>
            </a:xfrm>
            <a:prstGeom prst="rect">
              <a:avLst/>
            </a:prstGeom>
          </p:spPr>
        </p:pic>
        <p:pic>
          <p:nvPicPr>
            <p:cNvPr id="27" name="図 26">
              <a:extLst>
                <a:ext uri="{FF2B5EF4-FFF2-40B4-BE49-F238E27FC236}">
                  <a16:creationId xmlns:a16="http://schemas.microsoft.com/office/drawing/2014/main" id="{279BAE94-2EB3-935B-8E60-41F52E7B550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68381" y="2521399"/>
              <a:ext cx="873055" cy="480839"/>
            </a:xfrm>
            <a:prstGeom prst="rect">
              <a:avLst/>
            </a:prstGeom>
          </p:spPr>
        </p:pic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89667E93-9B77-FB97-DB07-B5C92960F82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68381" y="3694997"/>
              <a:ext cx="873055" cy="480839"/>
            </a:xfrm>
            <a:prstGeom prst="rect">
              <a:avLst/>
            </a:prstGeom>
          </p:spPr>
        </p:pic>
        <p:pic>
          <p:nvPicPr>
            <p:cNvPr id="29" name="図 28">
              <a:extLst>
                <a:ext uri="{FF2B5EF4-FFF2-40B4-BE49-F238E27FC236}">
                  <a16:creationId xmlns:a16="http://schemas.microsoft.com/office/drawing/2014/main" id="{9CB7A450-2BB8-FBB6-BD74-6B98A6AFE88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68381" y="4868596"/>
              <a:ext cx="873055" cy="48083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400924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6000">
        <p159:morph option="byObject"/>
      </p:transition>
    </mc:Choice>
    <mc:Fallback xmlns="">
      <p:transition spd="slow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750"/>
                            </p:stCondLst>
                            <p:childTnLst>
                              <p:par>
                                <p:cTn id="10" presetID="22" presetClass="entr" presetSubtype="8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CE02A9-83B3-4785-E18C-2320C2700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29C65DC5-9CCA-7341-4519-20898F62A7A3}"/>
              </a:ext>
            </a:extLst>
          </p:cNvPr>
          <p:cNvSpPr/>
          <p:nvPr/>
        </p:nvSpPr>
        <p:spPr>
          <a:xfrm>
            <a:off x="1616202" y="665630"/>
            <a:ext cx="8959599" cy="5526743"/>
          </a:xfrm>
          <a:prstGeom prst="roundRect">
            <a:avLst>
              <a:gd name="adj" fmla="val 7124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4800000" sx="102000" sy="102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b="1" dirty="0">
                <a:solidFill>
                  <a:schemeClr val="accent1"/>
                </a:solidFill>
              </a:rPr>
              <a:t>考査村のサービス維持のため、</a:t>
            </a:r>
            <a:endParaRPr kumimoji="1" lang="en-US" altLang="ja-JP" sz="2400" b="1" dirty="0">
              <a:solidFill>
                <a:schemeClr val="accent1"/>
              </a:solidFill>
            </a:endParaRPr>
          </a:p>
          <a:p>
            <a:pPr algn="ctr"/>
            <a:r>
              <a:rPr kumimoji="1" lang="ja-JP" altLang="en-US" sz="2400" b="1" dirty="0">
                <a:solidFill>
                  <a:schemeClr val="accent1"/>
                </a:solidFill>
              </a:rPr>
              <a:t>ご理解とご協力をお願いいたします。</a:t>
            </a:r>
            <a:endParaRPr kumimoji="1" lang="en-US" altLang="ja-JP" sz="2400" b="1" dirty="0">
              <a:solidFill>
                <a:schemeClr val="accent1"/>
              </a:solidFill>
            </a:endParaRPr>
          </a:p>
          <a:p>
            <a:pPr algn="ctr"/>
            <a:endParaRPr kumimoji="1" lang="en-US" altLang="ja-JP" sz="2400" b="1" dirty="0">
              <a:solidFill>
                <a:schemeClr val="accent1"/>
              </a:solidFill>
            </a:endParaRPr>
          </a:p>
          <a:p>
            <a:pPr algn="ctr"/>
            <a:r>
              <a:rPr kumimoji="1" lang="en-US" altLang="ja-JP" sz="2400" b="1" dirty="0">
                <a:solidFill>
                  <a:schemeClr val="accent1"/>
                </a:solidFill>
              </a:rPr>
              <a:t>In order to maintain the services of </a:t>
            </a:r>
            <a:r>
              <a:rPr kumimoji="1" lang="en-US" altLang="ja-JP" sz="2400" b="1" i="1" dirty="0" err="1">
                <a:solidFill>
                  <a:schemeClr val="accent1"/>
                </a:solidFill>
              </a:rPr>
              <a:t>Kosamura</a:t>
            </a:r>
            <a:r>
              <a:rPr kumimoji="1" lang="en-US" altLang="ja-JP" sz="2400" b="1" dirty="0">
                <a:solidFill>
                  <a:schemeClr val="accent1"/>
                </a:solidFill>
              </a:rPr>
              <a:t>,</a:t>
            </a:r>
          </a:p>
          <a:p>
            <a:pPr algn="ctr"/>
            <a:r>
              <a:rPr kumimoji="1" lang="en-US" altLang="ja-JP" sz="2400" b="1" dirty="0">
                <a:solidFill>
                  <a:schemeClr val="accent1"/>
                </a:solidFill>
              </a:rPr>
              <a:t>we have something to tell you.</a:t>
            </a:r>
          </a:p>
          <a:p>
            <a:pPr algn="ctr"/>
            <a:endParaRPr kumimoji="1" lang="en-US" altLang="ja-JP" sz="2400" b="1" dirty="0">
              <a:solidFill>
                <a:schemeClr val="accent1"/>
              </a:solidFill>
            </a:endParaRPr>
          </a:p>
          <a:p>
            <a:pPr algn="ctr"/>
            <a:r>
              <a:rPr kumimoji="1" lang="zh-CN" altLang="en-US" sz="2400" b="1" dirty="0">
                <a:solidFill>
                  <a:schemeClr val="accent1"/>
                </a:solidFill>
              </a:rPr>
              <a:t>为了维护考场村的服务，我们有事要通知您。</a:t>
            </a:r>
            <a:endParaRPr kumimoji="1" lang="en-US" altLang="ja-JP" sz="2400" b="1" dirty="0">
              <a:solidFill>
                <a:schemeClr val="accent1"/>
              </a:solidFill>
            </a:endParaRPr>
          </a:p>
          <a:p>
            <a:pPr algn="ctr"/>
            <a:endParaRPr kumimoji="1" lang="en-US" altLang="ja-JP" sz="2400" b="1" dirty="0">
              <a:solidFill>
                <a:schemeClr val="accent1"/>
              </a:solidFill>
            </a:endParaRPr>
          </a:p>
          <a:p>
            <a:pPr algn="ctr"/>
            <a:r>
              <a:rPr kumimoji="1" lang="ko-KR" altLang="en-US" sz="2400" b="1" dirty="0">
                <a:solidFill>
                  <a:schemeClr val="accent1"/>
                </a:solidFill>
              </a:rPr>
              <a:t>고사 마을의 서비스 유지를 위해</a:t>
            </a:r>
            <a:r>
              <a:rPr kumimoji="1" lang="en-US" altLang="ko-KR" sz="2400" b="1" dirty="0">
                <a:solidFill>
                  <a:schemeClr val="accent1"/>
                </a:solidFill>
              </a:rPr>
              <a:t>,</a:t>
            </a:r>
          </a:p>
          <a:p>
            <a:pPr algn="ctr"/>
            <a:r>
              <a:rPr kumimoji="1" lang="ko-KR" altLang="en-US" sz="2400" b="1" dirty="0">
                <a:solidFill>
                  <a:schemeClr val="accent1"/>
                </a:solidFill>
              </a:rPr>
              <a:t>여러분에게 전하고 싶은 일이 있습니다</a:t>
            </a:r>
            <a:r>
              <a:rPr kumimoji="1" lang="en-US" altLang="ko-KR" sz="2400" b="1" dirty="0">
                <a:solidFill>
                  <a:schemeClr val="accent1"/>
                </a:solidFill>
              </a:rPr>
              <a:t>.</a:t>
            </a:r>
            <a:endParaRPr kumimoji="1" lang="ja-JP" altLang="en-US" sz="2400" b="1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45194348"/>
      </p:ext>
    </p:extLst>
  </p:cSld>
  <p:clrMapOvr>
    <a:masterClrMapping/>
  </p:clrMapOvr>
  <p:transition spd="med" advTm="50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BA1482-D7D8-B907-8F82-49EDE3ADC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5FED5EE2-E770-8C50-94A3-2602EA0DD11E}"/>
              </a:ext>
            </a:extLst>
          </p:cNvPr>
          <p:cNvGrpSpPr/>
          <p:nvPr/>
        </p:nvGrpSpPr>
        <p:grpSpPr>
          <a:xfrm>
            <a:off x="1271154" y="2337302"/>
            <a:ext cx="9649691" cy="2060285"/>
            <a:chOff x="1271154" y="2369127"/>
            <a:chExt cx="9649691" cy="2060285"/>
          </a:xfrm>
        </p:grpSpPr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4AC3DB33-2691-E1F8-191B-A53C88442B13}"/>
                </a:ext>
              </a:extLst>
            </p:cNvPr>
            <p:cNvSpPr txBox="1"/>
            <p:nvPr/>
          </p:nvSpPr>
          <p:spPr>
            <a:xfrm>
              <a:off x="1271154" y="2505670"/>
              <a:ext cx="964969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5400" dirty="0">
                  <a:solidFill>
                    <a:schemeClr val="bg1"/>
                  </a:solidFill>
                  <a:latin typeface="AR丸ゴシック体E" panose="020F0909000000000000" pitchFamily="49" charset="-128"/>
                  <a:ea typeface="AR丸ゴシック体E" panose="020F0909000000000000" pitchFamily="49" charset="-128"/>
                </a:rPr>
                <a:t>投稿方法のご案内</a:t>
              </a:r>
            </a:p>
          </p:txBody>
        </p:sp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BDF3C19B-E984-8000-AA93-97BA3948AF71}"/>
                </a:ext>
              </a:extLst>
            </p:cNvPr>
            <p:cNvGrpSpPr/>
            <p:nvPr/>
          </p:nvGrpSpPr>
          <p:grpSpPr>
            <a:xfrm>
              <a:off x="2507672" y="2369127"/>
              <a:ext cx="7176654" cy="2060285"/>
              <a:chOff x="2507672" y="2369127"/>
              <a:chExt cx="7176654" cy="2060285"/>
            </a:xfrm>
          </p:grpSpPr>
          <p:cxnSp>
            <p:nvCxnSpPr>
              <p:cNvPr id="4" name="直線コネクタ 3">
                <a:extLst>
                  <a:ext uri="{FF2B5EF4-FFF2-40B4-BE49-F238E27FC236}">
                    <a16:creationId xmlns:a16="http://schemas.microsoft.com/office/drawing/2014/main" id="{DC66AC3A-D24E-F7D9-D26B-0232E92A6552}"/>
                  </a:ext>
                </a:extLst>
              </p:cNvPr>
              <p:cNvCxnSpPr/>
              <p:nvPr/>
            </p:nvCxnSpPr>
            <p:spPr>
              <a:xfrm>
                <a:off x="2867891" y="2369127"/>
                <a:ext cx="6456219" cy="0"/>
              </a:xfrm>
              <a:prstGeom prst="line">
                <a:avLst/>
              </a:prstGeom>
              <a:ln w="5715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直線コネクタ 5">
                <a:extLst>
                  <a:ext uri="{FF2B5EF4-FFF2-40B4-BE49-F238E27FC236}">
                    <a16:creationId xmlns:a16="http://schemas.microsoft.com/office/drawing/2014/main" id="{48DF2F5D-4FC9-0DD9-2E61-0D6DBA584AFD}"/>
                  </a:ext>
                </a:extLst>
              </p:cNvPr>
              <p:cNvCxnSpPr/>
              <p:nvPr/>
            </p:nvCxnSpPr>
            <p:spPr>
              <a:xfrm>
                <a:off x="2867891" y="3636818"/>
                <a:ext cx="6456219" cy="0"/>
              </a:xfrm>
              <a:prstGeom prst="line">
                <a:avLst/>
              </a:prstGeom>
              <a:ln w="5715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F38B437F-41BD-B3BA-9259-5746EDD4B348}"/>
                  </a:ext>
                </a:extLst>
              </p:cNvPr>
              <p:cNvSpPr txBox="1"/>
              <p:nvPr/>
            </p:nvSpPr>
            <p:spPr>
              <a:xfrm>
                <a:off x="2507672" y="3844637"/>
                <a:ext cx="7176654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af-ZA" altLang="ja-JP" sz="3200" b="1" i="0" dirty="0">
                    <a:solidFill>
                      <a:srgbClr val="EEF0FF"/>
                    </a:solidFill>
                    <a:effectLst/>
                    <a:latin typeface="Lucida Sans Unicode" panose="020B0602030504020204" pitchFamily="34" charset="0"/>
                    <a:ea typeface="Ebrima" panose="02000000000000000000" pitchFamily="2" charset="0"/>
                    <a:cs typeface="Lucida Sans Unicode" panose="020B0602030504020204" pitchFamily="34" charset="0"/>
                  </a:rPr>
                  <a:t>I</a:t>
                </a:r>
                <a:r>
                  <a:rPr lang="af-ZA" altLang="ja-JP" sz="3200" b="1" dirty="0">
                    <a:solidFill>
                      <a:srgbClr val="EEF0FF"/>
                    </a:solidFill>
                    <a:latin typeface="Lucida Sans Unicode" panose="020B0602030504020204" pitchFamily="34" charset="0"/>
                    <a:ea typeface="Ebrima" panose="02000000000000000000" pitchFamily="2" charset="0"/>
                    <a:cs typeface="Lucida Sans Unicode" panose="020B0602030504020204" pitchFamily="34" charset="0"/>
                  </a:rPr>
                  <a:t>NSTRUCTIONS FOR UPLOAD</a:t>
                </a:r>
                <a:endParaRPr lang="ja-JP" altLang="en-US" sz="3200" b="1" dirty="0">
                  <a:latin typeface="Lucida Sans Unicode" panose="020B0602030504020204" pitchFamily="34" charset="0"/>
                  <a:cs typeface="Lucida Sans Unicode" panose="020B0602030504020204" pitchFamily="34" charset="0"/>
                </a:endParaRPr>
              </a:p>
            </p:txBody>
          </p:sp>
        </p:grpSp>
      </p:grp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98253111-0261-C2A8-D791-D8383F4626F0}"/>
              </a:ext>
            </a:extLst>
          </p:cNvPr>
          <p:cNvSpPr/>
          <p:nvPr/>
        </p:nvSpPr>
        <p:spPr>
          <a:xfrm>
            <a:off x="0" y="-232229"/>
            <a:ext cx="12663714" cy="759097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635408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5000">
        <p:fade/>
      </p:transition>
    </mc:Choice>
    <mc:Fallback xmlns="">
      <p:transition spd="med" advTm="5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10"/>
                            </p:stCondLst>
                            <p:childTnLst>
                              <p:par>
                                <p:cTn id="8" presetID="22" presetClass="exit" presetSubtype="4" fill="hold" grpId="1" nodeType="after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9" dur="1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FC82231B-320E-54BA-CC2A-9B311E31CD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8295588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668EF0C0-941E-ED64-3FC3-959231D8E8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9861" l="547" r="98750">
                        <a14:foregroundMark x1="15937" y1="94583" x2="51406" y2="88750"/>
                        <a14:foregroundMark x1="6406" y1="86111" x2="32344" y2="88333"/>
                        <a14:foregroundMark x1="5000" y1="85417" x2="41250" y2="93750"/>
                        <a14:foregroundMark x1="41250" y1="93750" x2="91016" y2="88056"/>
                        <a14:foregroundMark x1="91016" y1="88056" x2="93828" y2="84028"/>
                        <a14:foregroundMark x1="68125" y1="97222" x2="98203" y2="81944"/>
                        <a14:foregroundMark x1="98203" y1="81944" x2="98203" y2="81944"/>
                        <a14:foregroundMark x1="98438" y1="70694" x2="96953" y2="88333"/>
                        <a14:foregroundMark x1="10391" y1="93472" x2="547" y2="89028"/>
                        <a14:foregroundMark x1="1797" y1="82778" x2="9297" y2="82639"/>
                        <a14:foregroundMark x1="1250" y1="81944" x2="10313" y2="82222"/>
                        <a14:foregroundMark x1="10313" y1="82222" x2="83359" y2="80139"/>
                        <a14:foregroundMark x1="83359" y1="80139" x2="88750" y2="80139"/>
                        <a14:foregroundMark x1="86953" y1="79444" x2="88906" y2="68333"/>
                        <a14:foregroundMark x1="88906" y1="68333" x2="98750" y2="64306"/>
                        <a14:foregroundMark x1="97031" y1="88750" x2="89375" y2="99861"/>
                        <a14:foregroundMark x1="79375" y1="97639" x2="88828" y2="93611"/>
                        <a14:backgroundMark x1="87813" y1="63056" x2="85703" y2="64583"/>
                        <a14:backgroundMark x1="88906" y1="63056" x2="89688" y2="62778"/>
                      </a14:backgroundRemoval>
                    </a14:imgEffect>
                  </a14:imgLayer>
                </a14:imgProps>
              </a:ext>
            </a:extLst>
          </a:blip>
          <a:srcRect t="60556"/>
          <a:stretch>
            <a:fillRect/>
          </a:stretch>
        </p:blipFill>
        <p:spPr>
          <a:xfrm>
            <a:off x="0" y="4219575"/>
            <a:ext cx="12192000" cy="2705100"/>
          </a:xfrm>
          <a:prstGeom prst="rect">
            <a:avLst/>
          </a:prstGeom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FDCF48E8-986C-8C7D-C33E-9F6C63E15F6C}"/>
              </a:ext>
            </a:extLst>
          </p:cNvPr>
          <p:cNvSpPr txBox="1"/>
          <p:nvPr/>
        </p:nvSpPr>
        <p:spPr>
          <a:xfrm>
            <a:off x="485775" y="5800725"/>
            <a:ext cx="64579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chemeClr val="bg1"/>
                </a:solidFill>
              </a:rPr>
              <a:t>問題の投稿方法について簡単にご説明いたします。</a:t>
            </a:r>
            <a:endParaRPr kumimoji="1" lang="en-US" altLang="ja-JP" sz="2000" dirty="0">
              <a:solidFill>
                <a:schemeClr val="bg1"/>
              </a:solidFill>
            </a:endParaRPr>
          </a:p>
          <a:p>
            <a:r>
              <a:rPr kumimoji="1" lang="en-US" altLang="ja-JP" sz="2000" dirty="0">
                <a:solidFill>
                  <a:schemeClr val="bg1"/>
                </a:solidFill>
              </a:rPr>
              <a:t>Please pay attention to the following instructions for upload.</a:t>
            </a:r>
            <a:endParaRPr kumimoji="1" lang="ja-JP" altLang="en-US" sz="2000" dirty="0">
              <a:solidFill>
                <a:schemeClr val="bg1"/>
              </a:solidFill>
            </a:endParaRPr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4CBB963A-C378-D732-DCDA-C979D980F254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rgbClr val="4472C4">
                <a:shade val="45000"/>
                <a:satMod val="135000"/>
              </a:srgb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2410" b="97590" l="3710" r="95645">
                        <a14:foregroundMark x1="36129" y1="33936" x2="36129" y2="33936"/>
                        <a14:foregroundMark x1="50645" y1="29920" x2="51290" y2="34538"/>
                        <a14:foregroundMark x1="50161" y1="6627" x2="49355" y2="6024"/>
                        <a14:foregroundMark x1="50161" y1="2410" x2="50161" y2="2410"/>
                        <a14:foregroundMark x1="3710" y1="96787" x2="3710" y2="96787"/>
                        <a14:foregroundMark x1="51935" y1="96988" x2="51935" y2="96988"/>
                        <a14:foregroundMark x1="72903" y1="97791" x2="72903" y2="97791"/>
                        <a14:foregroundMark x1="95645" y1="96988" x2="95645" y2="95984"/>
                      </a14:backgroundRemoval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0396" y="5198060"/>
            <a:ext cx="1500610" cy="1205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978068"/>
      </p:ext>
    </p:extLst>
  </p:cSld>
  <p:clrMapOvr>
    <a:masterClrMapping/>
  </p:clrMapOvr>
  <p:transition spd="slow" advTm="3000">
    <p:wipe dir="d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67069-C2DD-B1F6-33BE-8171E4CA7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2FD71B6C-2E99-2E3B-9788-92F070A488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447238"/>
            <a:ext cx="12192000" cy="8295588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B2B0B7E9-260D-50B3-3559-A6079C7C3A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9861" l="547" r="98750">
                        <a14:foregroundMark x1="15937" y1="94583" x2="51406" y2="88750"/>
                        <a14:foregroundMark x1="6406" y1="86111" x2="32344" y2="88333"/>
                        <a14:foregroundMark x1="5000" y1="85417" x2="41250" y2="93750"/>
                        <a14:foregroundMark x1="41250" y1="93750" x2="91016" y2="88056"/>
                        <a14:foregroundMark x1="91016" y1="88056" x2="93828" y2="84028"/>
                        <a14:foregroundMark x1="68125" y1="97222" x2="98203" y2="81944"/>
                        <a14:foregroundMark x1="98203" y1="81944" x2="98203" y2="81944"/>
                        <a14:foregroundMark x1="98438" y1="70694" x2="96953" y2="88333"/>
                        <a14:foregroundMark x1="10391" y1="93472" x2="547" y2="89028"/>
                        <a14:foregroundMark x1="1797" y1="82778" x2="9297" y2="82639"/>
                        <a14:foregroundMark x1="1250" y1="81944" x2="10313" y2="82222"/>
                        <a14:foregroundMark x1="10313" y1="82222" x2="83359" y2="80139"/>
                        <a14:foregroundMark x1="83359" y1="80139" x2="88750" y2="80139"/>
                        <a14:foregroundMark x1="86953" y1="79444" x2="88906" y2="68333"/>
                        <a14:foregroundMark x1="88906" y1="68333" x2="98750" y2="64306"/>
                        <a14:foregroundMark x1="97031" y1="88750" x2="89375" y2="99861"/>
                        <a14:foregroundMark x1="79375" y1="97639" x2="88828" y2="93611"/>
                        <a14:backgroundMark x1="87813" y1="63056" x2="85703" y2="64583"/>
                        <a14:backgroundMark x1="88906" y1="63056" x2="89688" y2="62778"/>
                      </a14:backgroundRemoval>
                    </a14:imgEffect>
                  </a14:imgLayer>
                </a14:imgProps>
              </a:ext>
            </a:extLst>
          </a:blip>
          <a:srcRect t="60556"/>
          <a:stretch>
            <a:fillRect/>
          </a:stretch>
        </p:blipFill>
        <p:spPr>
          <a:xfrm>
            <a:off x="0" y="4219575"/>
            <a:ext cx="12192000" cy="2705100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8E707ECE-21D8-5D74-FF76-F3D9C278214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14015" y1="39222" x2="21168" y2="58982"/>
                        <a14:foregroundMark x1="21168" y1="58982" x2="19270" y2="59880"/>
                        <a14:foregroundMark x1="41460" y1="37126" x2="37664" y2="42216"/>
                        <a14:foregroundMark x1="84526" y1="53593" x2="80146" y2="52695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3489596">
            <a:off x="2969878" y="1677580"/>
            <a:ext cx="1001801" cy="488469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5923F93-3BB9-E4D9-D355-7A3BD4A97380}"/>
              </a:ext>
            </a:extLst>
          </p:cNvPr>
          <p:cNvSpPr txBox="1"/>
          <p:nvPr/>
        </p:nvSpPr>
        <p:spPr>
          <a:xfrm>
            <a:off x="485774" y="5800725"/>
            <a:ext cx="89439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chemeClr val="bg1"/>
                </a:solidFill>
              </a:rPr>
              <a:t>追加ボタンを選択して、ファイルを選択または写真を撮影してください。</a:t>
            </a:r>
            <a:endParaRPr kumimoji="1" lang="en-US" altLang="ja-JP" sz="2000" dirty="0">
              <a:solidFill>
                <a:schemeClr val="bg1"/>
              </a:solidFill>
            </a:endParaRPr>
          </a:p>
          <a:p>
            <a:r>
              <a:rPr kumimoji="1" lang="en-US" altLang="ja-JP" sz="2000" dirty="0">
                <a:solidFill>
                  <a:schemeClr val="bg1"/>
                </a:solidFill>
              </a:rPr>
              <a:t>Select files or take photos.</a:t>
            </a:r>
            <a:endParaRPr kumimoji="1" lang="ja-JP" altLang="en-US" sz="2000" dirty="0">
              <a:solidFill>
                <a:schemeClr val="bg1"/>
              </a:solidFill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5DC8AACB-01F4-C5E8-C41F-9D49B790B9CF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rgbClr val="4472C4">
                <a:shade val="45000"/>
                <a:satMod val="135000"/>
              </a:srgb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2410" b="97590" l="3710" r="95645">
                        <a14:foregroundMark x1="36129" y1="33936" x2="36129" y2="33936"/>
                        <a14:foregroundMark x1="50645" y1="29920" x2="51290" y2="34538"/>
                        <a14:foregroundMark x1="50161" y1="6627" x2="49355" y2="6024"/>
                        <a14:foregroundMark x1="50161" y1="2410" x2="50161" y2="2410"/>
                        <a14:foregroundMark x1="3710" y1="96787" x2="3710" y2="96787"/>
                        <a14:foregroundMark x1="51935" y1="96988" x2="51935" y2="96988"/>
                        <a14:foregroundMark x1="72903" y1="97791" x2="72903" y2="97791"/>
                        <a14:foregroundMark x1="95645" y1="96988" x2="95645" y2="95984"/>
                      </a14:backgroundRemoval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0396" y="5198060"/>
            <a:ext cx="1500610" cy="1205329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91085F96-2D18-0E37-A64B-D4923F07D798}"/>
              </a:ext>
            </a:extLst>
          </p:cNvPr>
          <p:cNvSpPr/>
          <p:nvPr/>
        </p:nvSpPr>
        <p:spPr>
          <a:xfrm>
            <a:off x="3615907" y="245235"/>
            <a:ext cx="4993256" cy="1468546"/>
          </a:xfrm>
          <a:prstGeom prst="roundRect">
            <a:avLst>
              <a:gd name="adj" fmla="val 5100"/>
            </a:avLst>
          </a:prstGeom>
          <a:noFill/>
          <a:ln w="38100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77542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 advTm="3000">
        <p159:morph option="byObject"/>
      </p:transition>
    </mc:Choice>
    <mc:Fallback xmlns="">
      <p:transition spd="slow" advTm="3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19BD27-FDD8-B4E7-1138-775B18A60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2768A19E-AE16-D0CB-FF0C-F042DFF312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731198"/>
            <a:ext cx="12192000" cy="8170098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16DDE1E2-52CA-1762-6332-F12291B9BB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9861" l="547" r="98750">
                        <a14:foregroundMark x1="15937" y1="94583" x2="51406" y2="88750"/>
                        <a14:foregroundMark x1="6406" y1="86111" x2="32344" y2="88333"/>
                        <a14:foregroundMark x1="5000" y1="85417" x2="41250" y2="93750"/>
                        <a14:foregroundMark x1="41250" y1="93750" x2="91016" y2="88056"/>
                        <a14:foregroundMark x1="91016" y1="88056" x2="93828" y2="84028"/>
                        <a14:foregroundMark x1="68125" y1="97222" x2="98203" y2="81944"/>
                        <a14:foregroundMark x1="98203" y1="81944" x2="98203" y2="81944"/>
                        <a14:foregroundMark x1="98438" y1="70694" x2="96953" y2="88333"/>
                        <a14:foregroundMark x1="10391" y1="93472" x2="547" y2="89028"/>
                        <a14:foregroundMark x1="1797" y1="82778" x2="9297" y2="82639"/>
                        <a14:foregroundMark x1="1250" y1="81944" x2="10313" y2="82222"/>
                        <a14:foregroundMark x1="10313" y1="82222" x2="83359" y2="80139"/>
                        <a14:foregroundMark x1="83359" y1="80139" x2="88750" y2="80139"/>
                        <a14:foregroundMark x1="86953" y1="79444" x2="88906" y2="68333"/>
                        <a14:foregroundMark x1="88906" y1="68333" x2="98750" y2="64306"/>
                        <a14:foregroundMark x1="97031" y1="88750" x2="89375" y2="99861"/>
                        <a14:foregroundMark x1="79375" y1="97639" x2="88828" y2="93611"/>
                        <a14:backgroundMark x1="87813" y1="63056" x2="85703" y2="64583"/>
                        <a14:backgroundMark x1="88906" y1="63056" x2="89688" y2="62778"/>
                      </a14:backgroundRemoval>
                    </a14:imgEffect>
                  </a14:imgLayer>
                </a14:imgProps>
              </a:ext>
            </a:extLst>
          </a:blip>
          <a:srcRect t="60556"/>
          <a:stretch>
            <a:fillRect/>
          </a:stretch>
        </p:blipFill>
        <p:spPr>
          <a:xfrm>
            <a:off x="0" y="4219575"/>
            <a:ext cx="12192000" cy="2705100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8425BB8-8E04-28E7-EBA9-DFAC796A3AB0}"/>
              </a:ext>
            </a:extLst>
          </p:cNvPr>
          <p:cNvSpPr txBox="1"/>
          <p:nvPr/>
        </p:nvSpPr>
        <p:spPr>
          <a:xfrm>
            <a:off x="485774" y="5800725"/>
            <a:ext cx="101250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chemeClr val="bg1"/>
                </a:solidFill>
              </a:rPr>
              <a:t>追加したファイルは並び替えできます。</a:t>
            </a:r>
            <a:endParaRPr kumimoji="1" lang="en-US" altLang="ja-JP" sz="2000" dirty="0">
              <a:solidFill>
                <a:schemeClr val="bg1"/>
              </a:solidFill>
            </a:endParaRPr>
          </a:p>
          <a:p>
            <a:r>
              <a:rPr kumimoji="1" lang="ja-JP" altLang="en-US" sz="2000" dirty="0">
                <a:solidFill>
                  <a:schemeClr val="bg1"/>
                </a:solidFill>
              </a:rPr>
              <a:t>現在のファイル名はアップロードされません。</a:t>
            </a:r>
            <a:endParaRPr kumimoji="1" lang="en-US" altLang="ja-JP" sz="2000" dirty="0">
              <a:solidFill>
                <a:schemeClr val="bg1"/>
              </a:solidFill>
            </a:endParaRPr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B839E1AB-ACC7-3337-9F02-3F8D229DC04E}"/>
              </a:ext>
            </a:extLst>
          </p:cNvPr>
          <p:cNvSpPr/>
          <p:nvPr/>
        </p:nvSpPr>
        <p:spPr>
          <a:xfrm>
            <a:off x="3795279" y="2521527"/>
            <a:ext cx="419100" cy="419100"/>
          </a:xfrm>
          <a:prstGeom prst="ellipse">
            <a:avLst/>
          </a:prstGeom>
          <a:noFill/>
          <a:ln w="38100">
            <a:solidFill>
              <a:srgbClr val="E8202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97141C53-DE93-FB9D-F876-AC57801B1D1E}"/>
              </a:ext>
            </a:extLst>
          </p:cNvPr>
          <p:cNvSpPr/>
          <p:nvPr/>
        </p:nvSpPr>
        <p:spPr>
          <a:xfrm>
            <a:off x="4432588" y="3009900"/>
            <a:ext cx="419100" cy="419100"/>
          </a:xfrm>
          <a:prstGeom prst="ellipse">
            <a:avLst/>
          </a:prstGeom>
          <a:noFill/>
          <a:ln w="38100">
            <a:solidFill>
              <a:srgbClr val="E8202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吹き出し: 線 15">
            <a:extLst>
              <a:ext uri="{FF2B5EF4-FFF2-40B4-BE49-F238E27FC236}">
                <a16:creationId xmlns:a16="http://schemas.microsoft.com/office/drawing/2014/main" id="{5B41FAB6-D5AF-C2D3-0847-9330E5AEEECA}"/>
              </a:ext>
            </a:extLst>
          </p:cNvPr>
          <p:cNvSpPr/>
          <p:nvPr/>
        </p:nvSpPr>
        <p:spPr>
          <a:xfrm>
            <a:off x="6010795" y="3429000"/>
            <a:ext cx="2264525" cy="368290"/>
          </a:xfrm>
          <a:prstGeom prst="borderCallout1">
            <a:avLst>
              <a:gd name="adj1" fmla="val 38511"/>
              <a:gd name="adj2" fmla="val 5259"/>
              <a:gd name="adj3" fmla="val -25936"/>
              <a:gd name="adj4" fmla="val -52325"/>
            </a:avLst>
          </a:prstGeom>
          <a:solidFill>
            <a:schemeClr val="accent1"/>
          </a:solidFill>
          <a:ln w="38100"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/>
              <a:t>サムネイル選択でプレビュー</a:t>
            </a:r>
          </a:p>
        </p:txBody>
      </p:sp>
      <p:sp>
        <p:nvSpPr>
          <p:cNvPr id="17" name="吹き出し: 線 16">
            <a:extLst>
              <a:ext uri="{FF2B5EF4-FFF2-40B4-BE49-F238E27FC236}">
                <a16:creationId xmlns:a16="http://schemas.microsoft.com/office/drawing/2014/main" id="{C4E24B99-4491-78B8-639C-76184E6B9DF5}"/>
              </a:ext>
            </a:extLst>
          </p:cNvPr>
          <p:cNvSpPr/>
          <p:nvPr/>
        </p:nvSpPr>
        <p:spPr>
          <a:xfrm>
            <a:off x="1042555" y="1905000"/>
            <a:ext cx="2264525" cy="368290"/>
          </a:xfrm>
          <a:prstGeom prst="borderCallout1">
            <a:avLst>
              <a:gd name="adj1" fmla="val 36442"/>
              <a:gd name="adj2" fmla="val 100487"/>
              <a:gd name="adj3" fmla="val 199587"/>
              <a:gd name="adj4" fmla="val 121643"/>
            </a:avLst>
          </a:prstGeom>
          <a:solidFill>
            <a:schemeClr val="accent1"/>
          </a:solidFill>
          <a:ln w="38100"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/>
              <a:t>ドラッグして並び替え</a:t>
            </a:r>
          </a:p>
        </p:txBody>
      </p:sp>
      <p:sp>
        <p:nvSpPr>
          <p:cNvPr id="18" name="楕円 17">
            <a:extLst>
              <a:ext uri="{FF2B5EF4-FFF2-40B4-BE49-F238E27FC236}">
                <a16:creationId xmlns:a16="http://schemas.microsoft.com/office/drawing/2014/main" id="{A248AEB9-BB26-DF55-9BAF-07EE1F2AA33D}"/>
              </a:ext>
            </a:extLst>
          </p:cNvPr>
          <p:cNvSpPr/>
          <p:nvPr/>
        </p:nvSpPr>
        <p:spPr>
          <a:xfrm>
            <a:off x="3376179" y="3896017"/>
            <a:ext cx="1475509" cy="785659"/>
          </a:xfrm>
          <a:prstGeom prst="ellipse">
            <a:avLst/>
          </a:prstGeom>
          <a:noFill/>
          <a:ln w="38100">
            <a:solidFill>
              <a:srgbClr val="E8202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吹き出し: 線 18">
            <a:extLst>
              <a:ext uri="{FF2B5EF4-FFF2-40B4-BE49-F238E27FC236}">
                <a16:creationId xmlns:a16="http://schemas.microsoft.com/office/drawing/2014/main" id="{F8982124-B045-082A-4462-F467CF5EE3A5}"/>
              </a:ext>
            </a:extLst>
          </p:cNvPr>
          <p:cNvSpPr/>
          <p:nvPr/>
        </p:nvSpPr>
        <p:spPr>
          <a:xfrm>
            <a:off x="693247" y="4497531"/>
            <a:ext cx="2264525" cy="368290"/>
          </a:xfrm>
          <a:prstGeom prst="borderCallout1">
            <a:avLst>
              <a:gd name="adj1" fmla="val 36442"/>
              <a:gd name="adj2" fmla="val 100487"/>
              <a:gd name="adj3" fmla="val -30592"/>
              <a:gd name="adj4" fmla="val 117857"/>
            </a:avLst>
          </a:prstGeom>
          <a:solidFill>
            <a:schemeClr val="accent1"/>
          </a:solidFill>
          <a:ln w="38100"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/>
              <a:t>現在の順序を逆にする</a:t>
            </a:r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8D0D493C-AE46-63C6-6432-CA81F2F91ECD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rgbClr val="4472C4">
                <a:shade val="45000"/>
                <a:satMod val="135000"/>
              </a:srgb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2410" b="97590" l="3710" r="95645">
                        <a14:foregroundMark x1="36129" y1="33936" x2="36129" y2="33936"/>
                        <a14:foregroundMark x1="50645" y1="29920" x2="51290" y2="34538"/>
                        <a14:foregroundMark x1="50161" y1="6627" x2="49355" y2="6024"/>
                        <a14:foregroundMark x1="50161" y1="2410" x2="50161" y2="2410"/>
                        <a14:foregroundMark x1="3710" y1="96787" x2="3710" y2="96787"/>
                        <a14:foregroundMark x1="51935" y1="96988" x2="51935" y2="96988"/>
                        <a14:foregroundMark x1="72903" y1="97791" x2="72903" y2="97791"/>
                        <a14:foregroundMark x1="95645" y1="96988" x2="95645" y2="95984"/>
                      </a14:backgroundRemoval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0396" y="5198060"/>
            <a:ext cx="1500610" cy="1205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6230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3000">
        <p:fade/>
      </p:transition>
    </mc:Choice>
    <mc:Fallback xmlns="">
      <p:transition spd="med" advTm="13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2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1" presetClass="entr" presetSubtype="1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4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3750"/>
                            </p:stCondLst>
                            <p:childTnLst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250"/>
                            </p:stCondLst>
                            <p:childTnLst>
                              <p:par>
                                <p:cTn id="20" presetID="21" presetClass="entr" presetSubtype="1" fill="hold" grpId="0" nodeType="after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7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0DAE99-F361-C468-B3A9-9076892DE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F6677CFF-8D05-CF2B-8B41-E6E3E3EB04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731198"/>
            <a:ext cx="12192000" cy="8170098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B14D21B0-D52D-98EA-1477-4174A3EEB2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9861" l="547" r="98750">
                        <a14:foregroundMark x1="15937" y1="94583" x2="51406" y2="88750"/>
                        <a14:foregroundMark x1="6406" y1="86111" x2="32344" y2="88333"/>
                        <a14:foregroundMark x1="5000" y1="85417" x2="41250" y2="93750"/>
                        <a14:foregroundMark x1="41250" y1="93750" x2="91016" y2="88056"/>
                        <a14:foregroundMark x1="91016" y1="88056" x2="93828" y2="84028"/>
                        <a14:foregroundMark x1="68125" y1="97222" x2="98203" y2="81944"/>
                        <a14:foregroundMark x1="98203" y1="81944" x2="98203" y2="81944"/>
                        <a14:foregroundMark x1="98438" y1="70694" x2="96953" y2="88333"/>
                        <a14:foregroundMark x1="10391" y1="93472" x2="547" y2="89028"/>
                        <a14:foregroundMark x1="1797" y1="82778" x2="9297" y2="82639"/>
                        <a14:foregroundMark x1="1250" y1="81944" x2="10313" y2="82222"/>
                        <a14:foregroundMark x1="10313" y1="82222" x2="83359" y2="80139"/>
                        <a14:foregroundMark x1="83359" y1="80139" x2="88750" y2="80139"/>
                        <a14:foregroundMark x1="86953" y1="79444" x2="88906" y2="68333"/>
                        <a14:foregroundMark x1="88906" y1="68333" x2="98750" y2="64306"/>
                        <a14:foregroundMark x1="97031" y1="88750" x2="89375" y2="99861"/>
                        <a14:foregroundMark x1="79375" y1="97639" x2="88828" y2="93611"/>
                        <a14:backgroundMark x1="87813" y1="63056" x2="85703" y2="64583"/>
                        <a14:backgroundMark x1="88906" y1="63056" x2="89688" y2="62778"/>
                      </a14:backgroundRemoval>
                    </a14:imgEffect>
                  </a14:imgLayer>
                </a14:imgProps>
              </a:ext>
            </a:extLst>
          </a:blip>
          <a:srcRect t="60556"/>
          <a:stretch>
            <a:fillRect/>
          </a:stretch>
        </p:blipFill>
        <p:spPr>
          <a:xfrm>
            <a:off x="0" y="4219575"/>
            <a:ext cx="12192000" cy="2705100"/>
          </a:xfrm>
          <a:prstGeom prst="rect">
            <a:avLst/>
          </a:prstGeom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6878C7C5-3839-CCF0-1F60-F130C0AFE52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14015" y1="39222" x2="21168" y2="58982"/>
                        <a14:foregroundMark x1="21168" y1="58982" x2="19270" y2="59880"/>
                        <a14:foregroundMark x1="41460" y1="37126" x2="37664" y2="42216"/>
                        <a14:foregroundMark x1="84526" y1="53593" x2="80146" y2="52695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037571">
            <a:off x="5679415" y="4016982"/>
            <a:ext cx="1558883" cy="760097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732CC93E-6DF4-99E9-F37E-CF276FB2C3B7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rgbClr val="4472C4">
                <a:shade val="45000"/>
                <a:satMod val="135000"/>
              </a:srgb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2410" b="97590" l="3710" r="95645">
                        <a14:foregroundMark x1="36129" y1="33936" x2="36129" y2="33936"/>
                        <a14:foregroundMark x1="50645" y1="29920" x2="51290" y2="34538"/>
                        <a14:foregroundMark x1="50161" y1="6627" x2="49355" y2="6024"/>
                        <a14:foregroundMark x1="50161" y1="2410" x2="50161" y2="2410"/>
                        <a14:foregroundMark x1="3710" y1="96787" x2="3710" y2="96787"/>
                        <a14:foregroundMark x1="51935" y1="96988" x2="51935" y2="96988"/>
                        <a14:foregroundMark x1="72903" y1="97791" x2="72903" y2="97791"/>
                        <a14:foregroundMark x1="95645" y1="96988" x2="95645" y2="95984"/>
                      </a14:backgroundRemoval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0396" y="5198060"/>
            <a:ext cx="1500610" cy="1205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8209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 advTm="2000">
        <p159:morph option="byObject"/>
      </p:transition>
    </mc:Choice>
    <mc:Fallback xmlns="">
      <p:transition spd="slow" advTm="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78181-01BA-F8A3-2F6F-41B2BBB2A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A88D1F67-53B7-805E-1861-5A13D845C1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345589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30A57B33-E4BF-4D98-874D-3214CF0A844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9861" l="547" r="98750">
                        <a14:foregroundMark x1="15937" y1="94583" x2="51406" y2="88750"/>
                        <a14:foregroundMark x1="6406" y1="86111" x2="32344" y2="88333"/>
                        <a14:foregroundMark x1="5000" y1="85417" x2="41250" y2="93750"/>
                        <a14:foregroundMark x1="41250" y1="93750" x2="91016" y2="88056"/>
                        <a14:foregroundMark x1="91016" y1="88056" x2="93828" y2="84028"/>
                        <a14:foregroundMark x1="68125" y1="97222" x2="98203" y2="81944"/>
                        <a14:foregroundMark x1="98203" y1="81944" x2="98203" y2="81944"/>
                        <a14:foregroundMark x1="98438" y1="70694" x2="96953" y2="88333"/>
                        <a14:foregroundMark x1="10391" y1="93472" x2="547" y2="89028"/>
                        <a14:foregroundMark x1="1797" y1="82778" x2="9297" y2="82639"/>
                        <a14:foregroundMark x1="1250" y1="81944" x2="10313" y2="82222"/>
                        <a14:foregroundMark x1="10313" y1="82222" x2="83359" y2="80139"/>
                        <a14:foregroundMark x1="83359" y1="80139" x2="88750" y2="80139"/>
                        <a14:foregroundMark x1="86953" y1="79444" x2="88906" y2="68333"/>
                        <a14:foregroundMark x1="88906" y1="68333" x2="98750" y2="64306"/>
                        <a14:foregroundMark x1="97031" y1="88750" x2="89375" y2="99861"/>
                        <a14:foregroundMark x1="79375" y1="97639" x2="88828" y2="93611"/>
                        <a14:backgroundMark x1="87813" y1="63056" x2="85703" y2="64583"/>
                        <a14:backgroundMark x1="88906" y1="63056" x2="89688" y2="62778"/>
                      </a14:backgroundRemoval>
                    </a14:imgEffect>
                  </a14:imgLayer>
                </a14:imgProps>
              </a:ext>
            </a:extLst>
          </a:blip>
          <a:srcRect t="60556"/>
          <a:stretch>
            <a:fillRect/>
          </a:stretch>
        </p:blipFill>
        <p:spPr>
          <a:xfrm>
            <a:off x="0" y="4219575"/>
            <a:ext cx="12192000" cy="2705100"/>
          </a:xfrm>
          <a:prstGeom prst="rect">
            <a:avLst/>
          </a:prstGeom>
        </p:spPr>
      </p:pic>
      <p:sp>
        <p:nvSpPr>
          <p:cNvPr id="5" name="吹き出し: 線 4">
            <a:extLst>
              <a:ext uri="{FF2B5EF4-FFF2-40B4-BE49-F238E27FC236}">
                <a16:creationId xmlns:a16="http://schemas.microsoft.com/office/drawing/2014/main" id="{92E299AE-4C88-0277-76E8-78368083C896}"/>
              </a:ext>
            </a:extLst>
          </p:cNvPr>
          <p:cNvSpPr/>
          <p:nvPr/>
        </p:nvSpPr>
        <p:spPr>
          <a:xfrm>
            <a:off x="6975245" y="800100"/>
            <a:ext cx="2264525" cy="368290"/>
          </a:xfrm>
          <a:prstGeom prst="borderCallout1">
            <a:avLst>
              <a:gd name="adj1" fmla="val 38511"/>
              <a:gd name="adj2" fmla="val 5259"/>
              <a:gd name="adj3" fmla="val 105964"/>
              <a:gd name="adj4" fmla="val -39706"/>
            </a:avLst>
          </a:prstGeom>
          <a:solidFill>
            <a:schemeClr val="accent1"/>
          </a:solidFill>
          <a:ln w="38100"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/>
              <a:t>出題された学年</a:t>
            </a:r>
          </a:p>
        </p:txBody>
      </p:sp>
      <p:sp>
        <p:nvSpPr>
          <p:cNvPr id="7" name="吹き出し: 線 6">
            <a:extLst>
              <a:ext uri="{FF2B5EF4-FFF2-40B4-BE49-F238E27FC236}">
                <a16:creationId xmlns:a16="http://schemas.microsoft.com/office/drawing/2014/main" id="{CBDEE1FA-E490-9086-907A-B71126416F49}"/>
              </a:ext>
            </a:extLst>
          </p:cNvPr>
          <p:cNvSpPr/>
          <p:nvPr/>
        </p:nvSpPr>
        <p:spPr>
          <a:xfrm>
            <a:off x="7839595" y="3350315"/>
            <a:ext cx="2761730" cy="368290"/>
          </a:xfrm>
          <a:prstGeom prst="borderCallout1">
            <a:avLst>
              <a:gd name="adj1" fmla="val 48856"/>
              <a:gd name="adj2" fmla="val -209"/>
              <a:gd name="adj3" fmla="val 116309"/>
              <a:gd name="adj4" fmla="val -22983"/>
            </a:avLst>
          </a:prstGeom>
          <a:solidFill>
            <a:schemeClr val="accent1"/>
          </a:solidFill>
          <a:ln w="38100"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/>
              <a:t>不明な場合は「区分なし」を選択</a:t>
            </a:r>
          </a:p>
        </p:txBody>
      </p:sp>
      <p:sp>
        <p:nvSpPr>
          <p:cNvPr id="8" name="吹き出し: 線 7">
            <a:extLst>
              <a:ext uri="{FF2B5EF4-FFF2-40B4-BE49-F238E27FC236}">
                <a16:creationId xmlns:a16="http://schemas.microsoft.com/office/drawing/2014/main" id="{B6C30944-F9BC-4EEE-C661-6C6EC332B360}"/>
              </a:ext>
            </a:extLst>
          </p:cNvPr>
          <p:cNvSpPr/>
          <p:nvPr/>
        </p:nvSpPr>
        <p:spPr>
          <a:xfrm flipH="1">
            <a:off x="1267345" y="4617811"/>
            <a:ext cx="2761730" cy="368290"/>
          </a:xfrm>
          <a:prstGeom prst="borderCallout1">
            <a:avLst>
              <a:gd name="adj1" fmla="val 48856"/>
              <a:gd name="adj2" fmla="val -209"/>
              <a:gd name="adj3" fmla="val -15591"/>
              <a:gd name="adj4" fmla="val -19879"/>
            </a:avLst>
          </a:prstGeom>
          <a:solidFill>
            <a:schemeClr val="accent1"/>
          </a:solidFill>
          <a:ln w="38100"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/>
              <a:t>できるだけ区別してください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73AE100-F0D3-BFCA-0422-C9EFC48ED6EE}"/>
              </a:ext>
            </a:extLst>
          </p:cNvPr>
          <p:cNvSpPr txBox="1"/>
          <p:nvPr/>
        </p:nvSpPr>
        <p:spPr>
          <a:xfrm>
            <a:off x="485774" y="5800725"/>
            <a:ext cx="89439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chemeClr val="bg1"/>
                </a:solidFill>
              </a:rPr>
              <a:t>情報の入力をお願いいたします。</a:t>
            </a:r>
            <a:endParaRPr kumimoji="1" lang="en-US" altLang="ja-JP" sz="2000" dirty="0">
              <a:solidFill>
                <a:schemeClr val="bg1"/>
              </a:solidFill>
            </a:endParaRPr>
          </a:p>
          <a:p>
            <a:r>
              <a:rPr kumimoji="1" lang="en-US" altLang="ja-JP" sz="2000" dirty="0">
                <a:solidFill>
                  <a:schemeClr val="bg1"/>
                </a:solidFill>
              </a:rPr>
              <a:t>Please set the information of the file.</a:t>
            </a:r>
            <a:endParaRPr kumimoji="1" lang="ja-JP" altLang="en-US" sz="2000" dirty="0">
              <a:solidFill>
                <a:schemeClr val="bg1"/>
              </a:solidFill>
            </a:endParaRPr>
          </a:p>
        </p:txBody>
      </p:sp>
      <p:pic>
        <p:nvPicPr>
          <p:cNvPr id="11" name="安全ビデオ">
            <a:hlinkClick r:id="" action="ppaction://media"/>
            <a:extLst>
              <a:ext uri="{FF2B5EF4-FFF2-40B4-BE49-F238E27FC236}">
                <a16:creationId xmlns:a16="http://schemas.microsoft.com/office/drawing/2014/main" id="{D07C8DDC-DA1E-306B-3D4F-4376713C526C}"/>
              </a:ext>
            </a:extLst>
          </p:cNvPr>
          <p:cNvPicPr>
            <a:picLocks noChangeAspect="1"/>
          </p:cNvPicPr>
          <p:nvPr>
            <a:audioFile r:link="rId1"/>
            <p:extLst>
              <p:ext uri="{DAA4B4D4-6D71-4841-9C94-3DE7FCFB9230}">
                <p14:media xmlns:p14="http://schemas.microsoft.com/office/powerpoint/2010/main" r:embed="rId2">
                  <p14:trim end="53611.7913"/>
                  <p14:fade out="1500"/>
                </p14:media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07308" y="677662"/>
            <a:ext cx="609600" cy="609600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D03D81B5-6052-BB79-0CA1-82E3C058ED21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srgbClr val="4472C4">
                <a:shade val="45000"/>
                <a:satMod val="135000"/>
              </a:srgb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2410" b="97590" l="3710" r="95645">
                        <a14:foregroundMark x1="36129" y1="33936" x2="36129" y2="33936"/>
                        <a14:foregroundMark x1="50645" y1="29920" x2="51290" y2="34538"/>
                        <a14:foregroundMark x1="50161" y1="6627" x2="49355" y2="6024"/>
                        <a14:foregroundMark x1="50161" y1="2410" x2="50161" y2="2410"/>
                        <a14:foregroundMark x1="3710" y1="96787" x2="3710" y2="96787"/>
                        <a14:foregroundMark x1="51935" y1="96988" x2="51935" y2="96988"/>
                        <a14:foregroundMark x1="72903" y1="97791" x2="72903" y2="97791"/>
                        <a14:foregroundMark x1="95645" y1="96988" x2="95645" y2="95984"/>
                      </a14:backgroundRemoval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0396" y="5198060"/>
            <a:ext cx="1500610" cy="1205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877856"/>
      </p:ext>
    </p:extLst>
  </p:cSld>
  <p:clrMapOvr>
    <a:masterClrMapping/>
  </p:clrMapOvr>
  <p:transition spd="slow" advTm="10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8" fill="hold" grpId="0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750"/>
                            </p:stCondLst>
                            <p:childTnLst>
                              <p:par>
                                <p:cTn id="17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numSld="999" showWhenStopped="0">
                <p:cTn id="2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1"/>
                </p:tgtEl>
              </p:cMediaNode>
            </p:audio>
          </p:childTnLst>
        </p:cTn>
      </p:par>
    </p:tnLst>
    <p:bldLst>
      <p:bldP spid="5" grpId="0" animBg="1"/>
      <p:bldP spid="7" grpId="0" animBg="1"/>
      <p:bldP spid="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34618-DA5D-C0B0-CF88-6EC8B2D1A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A7B5F2C8-1EC5-EBCB-CC3F-DCC6BE5247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520145"/>
            <a:ext cx="12192000" cy="7345589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AB6BD76D-76B6-CA53-CAA2-C55D4776F6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9861" l="547" r="98750">
                        <a14:foregroundMark x1="15937" y1="94583" x2="51406" y2="88750"/>
                        <a14:foregroundMark x1="6406" y1="86111" x2="32344" y2="88333"/>
                        <a14:foregroundMark x1="5000" y1="85417" x2="41250" y2="93750"/>
                        <a14:foregroundMark x1="41250" y1="93750" x2="91016" y2="88056"/>
                        <a14:foregroundMark x1="91016" y1="88056" x2="93828" y2="84028"/>
                        <a14:foregroundMark x1="68125" y1="97222" x2="98203" y2="81944"/>
                        <a14:foregroundMark x1="98203" y1="81944" x2="98203" y2="81944"/>
                        <a14:foregroundMark x1="98438" y1="70694" x2="96953" y2="88333"/>
                        <a14:foregroundMark x1="10391" y1="93472" x2="547" y2="89028"/>
                        <a14:foregroundMark x1="1797" y1="82778" x2="9297" y2="82639"/>
                        <a14:foregroundMark x1="1250" y1="81944" x2="10313" y2="82222"/>
                        <a14:foregroundMark x1="10313" y1="82222" x2="83359" y2="80139"/>
                        <a14:foregroundMark x1="83359" y1="80139" x2="88750" y2="80139"/>
                        <a14:foregroundMark x1="86953" y1="79444" x2="88906" y2="68333"/>
                        <a14:foregroundMark x1="88906" y1="68333" x2="98750" y2="64306"/>
                        <a14:foregroundMark x1="97031" y1="88750" x2="89375" y2="99861"/>
                        <a14:foregroundMark x1="79375" y1="97639" x2="88828" y2="93611"/>
                        <a14:backgroundMark x1="87813" y1="63056" x2="85703" y2="64583"/>
                        <a14:backgroundMark x1="88906" y1="63056" x2="89688" y2="62778"/>
                      </a14:backgroundRemoval>
                    </a14:imgEffect>
                  </a14:imgLayer>
                </a14:imgProps>
              </a:ext>
            </a:extLst>
          </a:blip>
          <a:srcRect t="60556"/>
          <a:stretch>
            <a:fillRect/>
          </a:stretch>
        </p:blipFill>
        <p:spPr>
          <a:xfrm>
            <a:off x="0" y="4219575"/>
            <a:ext cx="12192000" cy="2705100"/>
          </a:xfrm>
          <a:prstGeom prst="rect">
            <a:avLst/>
          </a:prstGeom>
        </p:spPr>
      </p:pic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077F32BA-3D20-157B-049B-FDF21C731FA0}"/>
              </a:ext>
            </a:extLst>
          </p:cNvPr>
          <p:cNvGrpSpPr/>
          <p:nvPr/>
        </p:nvGrpSpPr>
        <p:grpSpPr>
          <a:xfrm>
            <a:off x="8591550" y="923925"/>
            <a:ext cx="2781301" cy="2838450"/>
            <a:chOff x="8591550" y="923925"/>
            <a:chExt cx="2781301" cy="2838450"/>
          </a:xfrm>
        </p:grpSpPr>
        <p:sp>
          <p:nvSpPr>
            <p:cNvPr id="2" name="右大かっこ 1">
              <a:extLst>
                <a:ext uri="{FF2B5EF4-FFF2-40B4-BE49-F238E27FC236}">
                  <a16:creationId xmlns:a16="http://schemas.microsoft.com/office/drawing/2014/main" id="{B7FA59FC-0336-C7DB-0F66-A4BC9EDD7BC5}"/>
                </a:ext>
              </a:extLst>
            </p:cNvPr>
            <p:cNvSpPr/>
            <p:nvPr/>
          </p:nvSpPr>
          <p:spPr>
            <a:xfrm>
              <a:off x="8591550" y="923925"/>
              <a:ext cx="342900" cy="2838450"/>
            </a:xfrm>
            <a:prstGeom prst="rightBracket">
              <a:avLst/>
            </a:prstGeom>
            <a:ln w="38100">
              <a:solidFill>
                <a:schemeClr val="accent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" name="吹き出し: 線 5">
              <a:extLst>
                <a:ext uri="{FF2B5EF4-FFF2-40B4-BE49-F238E27FC236}">
                  <a16:creationId xmlns:a16="http://schemas.microsoft.com/office/drawing/2014/main" id="{9A8FEBAB-80A4-9486-0B0F-61DE9F3B7DCD}"/>
                </a:ext>
              </a:extLst>
            </p:cNvPr>
            <p:cNvSpPr/>
            <p:nvPr/>
          </p:nvSpPr>
          <p:spPr>
            <a:xfrm>
              <a:off x="9448801" y="2209798"/>
              <a:ext cx="1924050" cy="838201"/>
            </a:xfrm>
            <a:prstGeom prst="borderCallout1">
              <a:avLst>
                <a:gd name="adj1" fmla="val 27147"/>
                <a:gd name="adj2" fmla="val -864"/>
                <a:gd name="adj3" fmla="val -19471"/>
                <a:gd name="adj4" fmla="val -26471"/>
              </a:avLst>
            </a:prstGeom>
            <a:solidFill>
              <a:schemeClr val="accent1"/>
            </a:solidFill>
            <a:ln w="38100">
              <a:solidFill>
                <a:schemeClr val="accent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/>
              <a:r>
                <a:rPr kumimoji="1" lang="ja-JP" altLang="en-US" sz="1200" b="1" dirty="0"/>
                <a:t>考査以外をアップロードする際は、コメント欄に</a:t>
              </a:r>
              <a:br>
                <a:rPr kumimoji="1" lang="en-US" altLang="ja-JP" sz="1200" b="1" dirty="0"/>
              </a:br>
              <a:r>
                <a:rPr kumimoji="1" lang="ja-JP" altLang="en-US" sz="1200" b="1" dirty="0"/>
                <a:t>内容を記入</a:t>
              </a:r>
            </a:p>
          </p:txBody>
        </p:sp>
      </p:grp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CBD3B3B-A55B-743F-6C87-9108D0A32E67}"/>
              </a:ext>
            </a:extLst>
          </p:cNvPr>
          <p:cNvSpPr txBox="1"/>
          <p:nvPr/>
        </p:nvSpPr>
        <p:spPr>
          <a:xfrm>
            <a:off x="485774" y="5800725"/>
            <a:ext cx="89439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chemeClr val="bg1"/>
                </a:solidFill>
              </a:rPr>
              <a:t>情報の入力をお願いいたします。</a:t>
            </a:r>
            <a:endParaRPr kumimoji="1" lang="en-US" altLang="ja-JP" sz="2000" dirty="0">
              <a:solidFill>
                <a:schemeClr val="bg1"/>
              </a:solidFill>
            </a:endParaRPr>
          </a:p>
          <a:p>
            <a:r>
              <a:rPr kumimoji="1" lang="en-US" altLang="ja-JP" sz="2000" dirty="0">
                <a:solidFill>
                  <a:schemeClr val="bg1"/>
                </a:solidFill>
              </a:rPr>
              <a:t>Please set the information of the file.</a:t>
            </a:r>
            <a:endParaRPr kumimoji="1" lang="ja-JP" altLang="en-US" sz="2000" dirty="0">
              <a:solidFill>
                <a:schemeClr val="bg1"/>
              </a:solidFill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8BB9AA2-E9E9-6248-FB3F-EFE426BF719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14015" y1="39222" x2="21168" y2="58982"/>
                        <a14:foregroundMark x1="21168" y1="58982" x2="19270" y2="59880"/>
                        <a14:foregroundMark x1="41460" y1="37126" x2="37664" y2="42216"/>
                        <a14:foregroundMark x1="84526" y1="53593" x2="80146" y2="52695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037571">
            <a:off x="5584165" y="4410049"/>
            <a:ext cx="1558883" cy="760097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F6BF28B0-DD51-6BC1-A1D0-0774FABC8EB7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rgbClr val="4472C4">
                <a:shade val="45000"/>
                <a:satMod val="135000"/>
              </a:srgb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2410" b="97590" l="3710" r="95645">
                        <a14:foregroundMark x1="36129" y1="33936" x2="36129" y2="33936"/>
                        <a14:foregroundMark x1="50645" y1="29920" x2="51290" y2="34538"/>
                        <a14:foregroundMark x1="50161" y1="6627" x2="49355" y2="6024"/>
                        <a14:foregroundMark x1="50161" y1="2410" x2="50161" y2="2410"/>
                        <a14:foregroundMark x1="3710" y1="96787" x2="3710" y2="96787"/>
                        <a14:foregroundMark x1="51935" y1="96988" x2="51935" y2="96988"/>
                        <a14:foregroundMark x1="72903" y1="97791" x2="72903" y2="97791"/>
                        <a14:foregroundMark x1="95645" y1="96988" x2="95645" y2="95984"/>
                      </a14:backgroundRemoval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0396" y="5198060"/>
            <a:ext cx="1500610" cy="1205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140071"/>
      </p:ext>
    </p:extLst>
  </p:cSld>
  <p:clrMapOvr>
    <a:masterClrMapping/>
  </p:clrMapOvr>
  <p:transition advTm="7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1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870460-D114-BA04-586B-21F9FBE2C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106A2A1F-686C-74D7-D57F-318049422B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3124359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6A906AB-20C7-CDC3-D937-8944F2FEFB3C}"/>
              </a:ext>
            </a:extLst>
          </p:cNvPr>
          <p:cNvSpPr/>
          <p:nvPr/>
        </p:nvSpPr>
        <p:spPr>
          <a:xfrm>
            <a:off x="0" y="166212"/>
            <a:ext cx="12192000" cy="3765550"/>
          </a:xfrm>
          <a:prstGeom prst="rect">
            <a:avLst/>
          </a:prstGeom>
          <a:gradFill>
            <a:gsLst>
              <a:gs pos="18000">
                <a:srgbClr val="EDF1F9"/>
              </a:gs>
              <a:gs pos="55000">
                <a:srgbClr val="EDF1F9">
                  <a:alpha val="55000"/>
                </a:srgbClr>
              </a:gs>
              <a:gs pos="100000">
                <a:srgbClr val="EDF1F9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游ゴシック" panose="020B0400000000000000" pitchFamily="50" charset="-128"/>
              <a:cs typeface="+mn-cs"/>
            </a:endParaRPr>
          </a:p>
        </p:txBody>
      </p:sp>
      <p:pic>
        <p:nvPicPr>
          <p:cNvPr id="2052" name="Picture 4" descr="本・雑誌のアイコン06 | フリーのアイコンイラスト素材 icon-pit">
            <a:extLst>
              <a:ext uri="{FF2B5EF4-FFF2-40B4-BE49-F238E27FC236}">
                <a16:creationId xmlns:a16="http://schemas.microsoft.com/office/drawing/2014/main" id="{5D9D6AC9-EE3E-1750-BABD-EAFC54FF05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9631" y="3731923"/>
            <a:ext cx="1652737" cy="16527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本・雑誌のアイコン06 | フリーのアイコンイラスト素材 icon-pit">
            <a:extLst>
              <a:ext uri="{FF2B5EF4-FFF2-40B4-BE49-F238E27FC236}">
                <a16:creationId xmlns:a16="http://schemas.microsoft.com/office/drawing/2014/main" id="{626E7EDD-5319-2271-5FAC-85751B2933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9631" y="3731924"/>
            <a:ext cx="1652737" cy="16527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F46CED0A-A6F2-0339-A72A-59866BB5F9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9861" l="547" r="98750">
                        <a14:foregroundMark x1="15937" y1="94583" x2="51406" y2="88750"/>
                        <a14:foregroundMark x1="6406" y1="86111" x2="32344" y2="88333"/>
                        <a14:foregroundMark x1="5000" y1="85417" x2="41250" y2="93750"/>
                        <a14:foregroundMark x1="41250" y1="93750" x2="91016" y2="88056"/>
                        <a14:foregroundMark x1="91016" y1="88056" x2="93828" y2="84028"/>
                        <a14:foregroundMark x1="68125" y1="97222" x2="98203" y2="81944"/>
                        <a14:foregroundMark x1="98203" y1="81944" x2="98203" y2="81944"/>
                        <a14:foregroundMark x1="98438" y1="70694" x2="96953" y2="88333"/>
                        <a14:foregroundMark x1="10391" y1="93472" x2="547" y2="89028"/>
                        <a14:foregroundMark x1="1797" y1="82778" x2="9297" y2="82639"/>
                        <a14:foregroundMark x1="1250" y1="81944" x2="10313" y2="82222"/>
                        <a14:foregroundMark x1="10313" y1="82222" x2="83359" y2="80139"/>
                        <a14:foregroundMark x1="83359" y1="80139" x2="88750" y2="80139"/>
                        <a14:foregroundMark x1="86953" y1="79444" x2="88906" y2="68333"/>
                        <a14:foregroundMark x1="88906" y1="68333" x2="98750" y2="64306"/>
                        <a14:foregroundMark x1="97031" y1="88750" x2="89375" y2="99861"/>
                        <a14:foregroundMark x1="79375" y1="97639" x2="88828" y2="93611"/>
                        <a14:backgroundMark x1="87813" y1="63056" x2="85703" y2="64583"/>
                        <a14:backgroundMark x1="88906" y1="63056" x2="89688" y2="62778"/>
                      </a14:backgroundRemoval>
                    </a14:imgEffect>
                  </a14:imgLayer>
                </a14:imgProps>
              </a:ext>
            </a:extLst>
          </a:blip>
          <a:srcRect t="60556"/>
          <a:stretch>
            <a:fillRect/>
          </a:stretch>
        </p:blipFill>
        <p:spPr>
          <a:xfrm>
            <a:off x="0" y="4219575"/>
            <a:ext cx="12192000" cy="2705100"/>
          </a:xfrm>
          <a:prstGeom prst="rect">
            <a:avLst/>
          </a:prstGeom>
        </p:spPr>
      </p:pic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68A3A3C5-929F-1323-E567-9FECDA2B54B7}"/>
              </a:ext>
            </a:extLst>
          </p:cNvPr>
          <p:cNvSpPr txBox="1"/>
          <p:nvPr/>
        </p:nvSpPr>
        <p:spPr>
          <a:xfrm>
            <a:off x="485774" y="5800725"/>
            <a:ext cx="89439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chemeClr val="bg1"/>
                </a:solidFill>
              </a:rPr>
              <a:t>問題がアップロードされ、他の利用者が閲覧できるようになります。</a:t>
            </a:r>
            <a:endParaRPr kumimoji="1" lang="en-US" altLang="ja-JP" sz="2000" dirty="0">
              <a:solidFill>
                <a:schemeClr val="bg1"/>
              </a:solidFill>
            </a:endParaRPr>
          </a:p>
          <a:p>
            <a:r>
              <a:rPr kumimoji="1" lang="en-US" altLang="ja-JP" sz="2000" dirty="0">
                <a:solidFill>
                  <a:schemeClr val="bg1"/>
                </a:solidFill>
              </a:rPr>
              <a:t>The file will be upload and published.</a:t>
            </a:r>
            <a:endParaRPr kumimoji="1" lang="ja-JP" altLang="en-US" sz="2000" dirty="0">
              <a:solidFill>
                <a:schemeClr val="bg1"/>
              </a:solidFill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3E6FA06B-23F2-9287-807F-031C05A6693F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rgbClr val="4472C4">
                <a:shade val="45000"/>
                <a:satMod val="135000"/>
              </a:srgb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2410" b="97590" l="3710" r="95645">
                        <a14:foregroundMark x1="36129" y1="33936" x2="36129" y2="33936"/>
                        <a14:foregroundMark x1="50645" y1="29920" x2="51290" y2="34538"/>
                        <a14:foregroundMark x1="50161" y1="6627" x2="49355" y2="6024"/>
                        <a14:foregroundMark x1="50161" y1="2410" x2="50161" y2="2410"/>
                        <a14:foregroundMark x1="3710" y1="96787" x2="3710" y2="96787"/>
                        <a14:foregroundMark x1="51935" y1="96988" x2="51935" y2="96988"/>
                        <a14:foregroundMark x1="72903" y1="97791" x2="72903" y2="97791"/>
                        <a14:foregroundMark x1="95645" y1="96988" x2="95645" y2="95984"/>
                      </a14:backgroundRemoval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0396" y="5198060"/>
            <a:ext cx="1500610" cy="1205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74330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000">
        <p159:morph option="byObject"/>
      </p:transition>
    </mc:Choice>
    <mc:Fallback xmlns="">
      <p:transition spd="slow" advTm="1000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1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53BBFB-37BE-CD79-D181-3F15768CA1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AB377F4A-8CAA-3CB1-F471-33F7D4AFFF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3124359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E1ECE32-96DB-8009-5CD8-3958CB9E55E5}"/>
              </a:ext>
            </a:extLst>
          </p:cNvPr>
          <p:cNvSpPr/>
          <p:nvPr/>
        </p:nvSpPr>
        <p:spPr>
          <a:xfrm>
            <a:off x="0" y="166212"/>
            <a:ext cx="12192000" cy="3765550"/>
          </a:xfrm>
          <a:prstGeom prst="rect">
            <a:avLst/>
          </a:prstGeom>
          <a:gradFill>
            <a:gsLst>
              <a:gs pos="18000">
                <a:srgbClr val="EDF1F9"/>
              </a:gs>
              <a:gs pos="55000">
                <a:srgbClr val="EDF1F9">
                  <a:alpha val="55000"/>
                </a:srgbClr>
              </a:gs>
              <a:gs pos="100000">
                <a:srgbClr val="EDF1F9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游ゴシック" panose="020B0400000000000000" pitchFamily="50" charset="-128"/>
              <a:cs typeface="+mn-cs"/>
            </a:endParaRPr>
          </a:p>
        </p:txBody>
      </p:sp>
      <p:pic>
        <p:nvPicPr>
          <p:cNvPr id="2052" name="Picture 4" descr="本・雑誌のアイコン06 | フリーのアイコンイラスト素材 icon-pit">
            <a:extLst>
              <a:ext uri="{FF2B5EF4-FFF2-40B4-BE49-F238E27FC236}">
                <a16:creationId xmlns:a16="http://schemas.microsoft.com/office/drawing/2014/main" id="{AB1B380C-B141-1E4C-C698-AD4C2AE193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9631" y="3731923"/>
            <a:ext cx="1652737" cy="16527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データベースサーバーのアイコン | フリーのアイコンイラスト ...">
            <a:extLst>
              <a:ext uri="{FF2B5EF4-FFF2-40B4-BE49-F238E27FC236}">
                <a16:creationId xmlns:a16="http://schemas.microsoft.com/office/drawing/2014/main" id="{8044D25C-8786-781D-22AD-96AC9D719E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7383" y="166212"/>
            <a:ext cx="822213" cy="822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9B871E23-430A-C664-7B31-43915AFE52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63035" y="485766"/>
            <a:ext cx="3465925" cy="1924396"/>
          </a:xfrm>
          <a:prstGeom prst="rect">
            <a:avLst/>
          </a:prstGeom>
        </p:spPr>
      </p:pic>
      <p:pic>
        <p:nvPicPr>
          <p:cNvPr id="8" name="Picture 4" descr="本・雑誌のアイコン06 | フリーのアイコンイラスト素材 icon-pit">
            <a:extLst>
              <a:ext uri="{FF2B5EF4-FFF2-40B4-BE49-F238E27FC236}">
                <a16:creationId xmlns:a16="http://schemas.microsoft.com/office/drawing/2014/main" id="{9FC9AC3C-E886-0B14-7F4A-5E08F32AB4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5925" y="903370"/>
            <a:ext cx="1200150" cy="1200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19A3116F-24DE-72FD-B1A9-A1CCFD98DF1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9861" l="547" r="98750">
                        <a14:foregroundMark x1="15937" y1="94583" x2="51406" y2="88750"/>
                        <a14:foregroundMark x1="6406" y1="86111" x2="32344" y2="88333"/>
                        <a14:foregroundMark x1="5000" y1="85417" x2="41250" y2="93750"/>
                        <a14:foregroundMark x1="41250" y1="93750" x2="91016" y2="88056"/>
                        <a14:foregroundMark x1="91016" y1="88056" x2="93828" y2="84028"/>
                        <a14:foregroundMark x1="68125" y1="97222" x2="98203" y2="81944"/>
                        <a14:foregroundMark x1="98203" y1="81944" x2="98203" y2="81944"/>
                        <a14:foregroundMark x1="98438" y1="70694" x2="96953" y2="88333"/>
                        <a14:foregroundMark x1="10391" y1="93472" x2="547" y2="89028"/>
                        <a14:foregroundMark x1="1797" y1="82778" x2="9297" y2="82639"/>
                        <a14:foregroundMark x1="1250" y1="81944" x2="10313" y2="82222"/>
                        <a14:foregroundMark x1="10313" y1="82222" x2="83359" y2="80139"/>
                        <a14:foregroundMark x1="83359" y1="80139" x2="88750" y2="80139"/>
                        <a14:foregroundMark x1="86953" y1="79444" x2="88906" y2="68333"/>
                        <a14:foregroundMark x1="88906" y1="68333" x2="98750" y2="64306"/>
                        <a14:foregroundMark x1="97031" y1="88750" x2="89375" y2="99861"/>
                        <a14:foregroundMark x1="79375" y1="97639" x2="88828" y2="93611"/>
                        <a14:backgroundMark x1="87813" y1="63056" x2="85703" y2="64583"/>
                        <a14:backgroundMark x1="88906" y1="63056" x2="89688" y2="62778"/>
                      </a14:backgroundRemoval>
                    </a14:imgEffect>
                  </a14:imgLayer>
                </a14:imgProps>
              </a:ext>
            </a:extLst>
          </a:blip>
          <a:srcRect t="60556"/>
          <a:stretch>
            <a:fillRect/>
          </a:stretch>
        </p:blipFill>
        <p:spPr>
          <a:xfrm>
            <a:off x="0" y="4219575"/>
            <a:ext cx="12192000" cy="2705100"/>
          </a:xfrm>
          <a:prstGeom prst="rect">
            <a:avLst/>
          </a:prstGeom>
        </p:spPr>
      </p:pic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60CC9D2B-3A76-1336-81BF-CAF7B1C2F36C}"/>
              </a:ext>
            </a:extLst>
          </p:cNvPr>
          <p:cNvSpPr txBox="1"/>
          <p:nvPr/>
        </p:nvSpPr>
        <p:spPr>
          <a:xfrm>
            <a:off x="485774" y="5800725"/>
            <a:ext cx="89439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chemeClr val="bg1"/>
                </a:solidFill>
              </a:rPr>
              <a:t>問題がアップロードされ、他の利用者が閲覧できるようになります。</a:t>
            </a:r>
            <a:endParaRPr kumimoji="1" lang="en-US" altLang="ja-JP" sz="2000" dirty="0">
              <a:solidFill>
                <a:schemeClr val="bg1"/>
              </a:solidFill>
            </a:endParaRPr>
          </a:p>
          <a:p>
            <a:r>
              <a:rPr kumimoji="1" lang="en-US" altLang="ja-JP" sz="2000" dirty="0">
                <a:solidFill>
                  <a:schemeClr val="bg1"/>
                </a:solidFill>
              </a:rPr>
              <a:t>The file will be upload and published.</a:t>
            </a:r>
            <a:endParaRPr kumimoji="1" lang="ja-JP" altLang="en-US" sz="2000" dirty="0">
              <a:solidFill>
                <a:schemeClr val="bg1"/>
              </a:solidFill>
            </a:endParaRPr>
          </a:p>
        </p:txBody>
      </p:sp>
      <p:sp>
        <p:nvSpPr>
          <p:cNvPr id="7" name="矢印: 右 6">
            <a:extLst>
              <a:ext uri="{FF2B5EF4-FFF2-40B4-BE49-F238E27FC236}">
                <a16:creationId xmlns:a16="http://schemas.microsoft.com/office/drawing/2014/main" id="{1D54C5CE-44F3-097D-3DC5-EDE7BED86FB4}"/>
              </a:ext>
            </a:extLst>
          </p:cNvPr>
          <p:cNvSpPr/>
          <p:nvPr/>
        </p:nvSpPr>
        <p:spPr>
          <a:xfrm rot="5400000" flipH="1">
            <a:off x="5332793" y="2645028"/>
            <a:ext cx="1526408" cy="609600"/>
          </a:xfrm>
          <a:prstGeom prst="rightArrow">
            <a:avLst>
              <a:gd name="adj1" fmla="val 36767"/>
              <a:gd name="adj2" fmla="val 74233"/>
            </a:avLst>
          </a:prstGeom>
          <a:solidFill>
            <a:schemeClr val="accent1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游ゴシック" panose="020B0400000000000000" pitchFamily="50" charset="-128"/>
              <a:cs typeface="+mn-cs"/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7270D176-550A-2664-6012-4BAE9F9B143A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rgbClr val="4472C4">
                <a:shade val="45000"/>
                <a:satMod val="135000"/>
              </a:srgb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2410" b="97590" l="3710" r="95645">
                        <a14:foregroundMark x1="36129" y1="33936" x2="36129" y2="33936"/>
                        <a14:foregroundMark x1="50645" y1="29920" x2="51290" y2="34538"/>
                        <a14:foregroundMark x1="50161" y1="6627" x2="49355" y2="6024"/>
                        <a14:foregroundMark x1="50161" y1="2410" x2="50161" y2="2410"/>
                        <a14:foregroundMark x1="3710" y1="96787" x2="3710" y2="96787"/>
                        <a14:foregroundMark x1="51935" y1="96988" x2="51935" y2="96988"/>
                        <a14:foregroundMark x1="72903" y1="97791" x2="72903" y2="97791"/>
                        <a14:foregroundMark x1="95645" y1="96988" x2="95645" y2="95984"/>
                      </a14:backgroundRemoval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0396" y="5198060"/>
            <a:ext cx="1500610" cy="1205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99097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2000">
        <p159:morph option="byObject"/>
      </p:transition>
    </mc:Choice>
    <mc:Fallback xmlns="">
      <p:transition spd="slow" advTm="2000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1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839F70-88FA-D051-22A8-BD65E509D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7B1FF7A1-999B-A852-62A0-7EF973E467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3124359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119D644A-D177-E1C2-5107-EECACD52BC2B}"/>
              </a:ext>
            </a:extLst>
          </p:cNvPr>
          <p:cNvSpPr/>
          <p:nvPr/>
        </p:nvSpPr>
        <p:spPr>
          <a:xfrm>
            <a:off x="0" y="166212"/>
            <a:ext cx="12192000" cy="3765550"/>
          </a:xfrm>
          <a:prstGeom prst="rect">
            <a:avLst/>
          </a:prstGeom>
          <a:gradFill>
            <a:gsLst>
              <a:gs pos="18000">
                <a:srgbClr val="EDF1F9"/>
              </a:gs>
              <a:gs pos="55000">
                <a:srgbClr val="EDF1F9">
                  <a:alpha val="55000"/>
                </a:srgbClr>
              </a:gs>
              <a:gs pos="100000">
                <a:srgbClr val="EDF1F9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游ゴシック" panose="020B0400000000000000" pitchFamily="50" charset="-128"/>
              <a:cs typeface="+mn-cs"/>
            </a:endParaRPr>
          </a:p>
        </p:txBody>
      </p:sp>
      <p:pic>
        <p:nvPicPr>
          <p:cNvPr id="2052" name="Picture 4" descr="本・雑誌のアイコン06 | フリーのアイコンイラスト素材 icon-pit">
            <a:extLst>
              <a:ext uri="{FF2B5EF4-FFF2-40B4-BE49-F238E27FC236}">
                <a16:creationId xmlns:a16="http://schemas.microsoft.com/office/drawing/2014/main" id="{00423FFE-05B8-185F-4AA7-6F64372A34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9631" y="3731923"/>
            <a:ext cx="1652737" cy="16527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データベースサーバーのアイコン | フリーのアイコンイラスト ...">
            <a:extLst>
              <a:ext uri="{FF2B5EF4-FFF2-40B4-BE49-F238E27FC236}">
                <a16:creationId xmlns:a16="http://schemas.microsoft.com/office/drawing/2014/main" id="{0D2D2ADA-42CE-B123-C213-9F6199335D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7383" y="166212"/>
            <a:ext cx="822213" cy="822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D9C355F1-6001-9729-053D-F23A5446A7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63035" y="485766"/>
            <a:ext cx="3465925" cy="1924396"/>
          </a:xfrm>
          <a:prstGeom prst="rect">
            <a:avLst/>
          </a:prstGeom>
        </p:spPr>
      </p:pic>
      <p:pic>
        <p:nvPicPr>
          <p:cNvPr id="8" name="Picture 4" descr="本・雑誌のアイコン06 | フリーのアイコンイラスト素材 icon-pit">
            <a:extLst>
              <a:ext uri="{FF2B5EF4-FFF2-40B4-BE49-F238E27FC236}">
                <a16:creationId xmlns:a16="http://schemas.microsoft.com/office/drawing/2014/main" id="{0F0834BD-F4A9-530D-E588-9A20539B26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5925" y="903370"/>
            <a:ext cx="1200150" cy="1200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4F0FF954-4425-2AEC-274A-7BEDB68FDB3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9861" l="547" r="98750">
                        <a14:foregroundMark x1="15937" y1="94583" x2="51406" y2="88750"/>
                        <a14:foregroundMark x1="6406" y1="86111" x2="32344" y2="88333"/>
                        <a14:foregroundMark x1="5000" y1="85417" x2="41250" y2="93750"/>
                        <a14:foregroundMark x1="41250" y1="93750" x2="91016" y2="88056"/>
                        <a14:foregroundMark x1="91016" y1="88056" x2="93828" y2="84028"/>
                        <a14:foregroundMark x1="68125" y1="97222" x2="98203" y2="81944"/>
                        <a14:foregroundMark x1="98203" y1="81944" x2="98203" y2="81944"/>
                        <a14:foregroundMark x1="98438" y1="70694" x2="96953" y2="88333"/>
                        <a14:foregroundMark x1="10391" y1="93472" x2="547" y2="89028"/>
                        <a14:foregroundMark x1="1797" y1="82778" x2="9297" y2="82639"/>
                        <a14:foregroundMark x1="1250" y1="81944" x2="10313" y2="82222"/>
                        <a14:foregroundMark x1="10313" y1="82222" x2="83359" y2="80139"/>
                        <a14:foregroundMark x1="83359" y1="80139" x2="88750" y2="80139"/>
                        <a14:foregroundMark x1="86953" y1="79444" x2="88906" y2="68333"/>
                        <a14:foregroundMark x1="88906" y1="68333" x2="98750" y2="64306"/>
                        <a14:foregroundMark x1="97031" y1="88750" x2="89375" y2="99861"/>
                        <a14:foregroundMark x1="79375" y1="97639" x2="88828" y2="93611"/>
                        <a14:backgroundMark x1="87813" y1="63056" x2="85703" y2="64583"/>
                        <a14:backgroundMark x1="88906" y1="63056" x2="89688" y2="62778"/>
                      </a14:backgroundRemoval>
                    </a14:imgEffect>
                  </a14:imgLayer>
                </a14:imgProps>
              </a:ext>
            </a:extLst>
          </a:blip>
          <a:srcRect t="60556"/>
          <a:stretch>
            <a:fillRect/>
          </a:stretch>
        </p:blipFill>
        <p:spPr>
          <a:xfrm>
            <a:off x="0" y="4219575"/>
            <a:ext cx="12192000" cy="2705100"/>
          </a:xfrm>
          <a:prstGeom prst="rect">
            <a:avLst/>
          </a:prstGeom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E91985D7-E9F7-5E6C-CCCA-6D7B5324FC00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rgbClr val="4472C4">
                <a:shade val="45000"/>
                <a:satMod val="135000"/>
              </a:srgb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2410" b="97590" l="3710" r="95645">
                        <a14:foregroundMark x1="36129" y1="33936" x2="36129" y2="33936"/>
                        <a14:foregroundMark x1="50645" y1="29920" x2="51290" y2="34538"/>
                        <a14:foregroundMark x1="50161" y1="6627" x2="49355" y2="6024"/>
                        <a14:foregroundMark x1="50161" y1="2410" x2="50161" y2="2410"/>
                        <a14:foregroundMark x1="3710" y1="96787" x2="3710" y2="96787"/>
                        <a14:foregroundMark x1="51935" y1="96988" x2="51935" y2="96988"/>
                        <a14:foregroundMark x1="72903" y1="97791" x2="72903" y2="97791"/>
                        <a14:foregroundMark x1="95645" y1="96988" x2="95645" y2="95984"/>
                      </a14:backgroundRemoval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0396" y="5198060"/>
            <a:ext cx="1500610" cy="1205329"/>
          </a:xfrm>
          <a:prstGeom prst="rect">
            <a:avLst/>
          </a:prstGeom>
        </p:spPr>
      </p:pic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5346A96C-4016-3A23-6FB9-24BB0C36D45F}"/>
              </a:ext>
            </a:extLst>
          </p:cNvPr>
          <p:cNvSpPr txBox="1"/>
          <p:nvPr/>
        </p:nvSpPr>
        <p:spPr>
          <a:xfrm>
            <a:off x="485774" y="5800725"/>
            <a:ext cx="89439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chemeClr val="bg1"/>
                </a:solidFill>
              </a:rPr>
              <a:t>このアプリケーションはプライバシーを重視しています。</a:t>
            </a:r>
            <a:br>
              <a:rPr kumimoji="1" lang="en-US" altLang="ja-JP" sz="2000" dirty="0">
                <a:solidFill>
                  <a:schemeClr val="bg1"/>
                </a:solidFill>
              </a:rPr>
            </a:br>
            <a:r>
              <a:rPr kumimoji="1" lang="en-US" altLang="ja-JP" sz="2000" dirty="0">
                <a:solidFill>
                  <a:schemeClr val="bg1"/>
                </a:solidFill>
              </a:rPr>
              <a:t>Your personal information is protected.</a:t>
            </a:r>
            <a:endParaRPr kumimoji="1" lang="ja-JP" altLang="en-US" sz="2000" dirty="0">
              <a:solidFill>
                <a:schemeClr val="bg1"/>
              </a:solidFill>
            </a:endParaRPr>
          </a:p>
        </p:txBody>
      </p:sp>
      <p:sp>
        <p:nvSpPr>
          <p:cNvPr id="7" name="矢印: 右 6">
            <a:extLst>
              <a:ext uri="{FF2B5EF4-FFF2-40B4-BE49-F238E27FC236}">
                <a16:creationId xmlns:a16="http://schemas.microsoft.com/office/drawing/2014/main" id="{06E4F340-09F3-E5F7-15B8-37F34D60C65E}"/>
              </a:ext>
            </a:extLst>
          </p:cNvPr>
          <p:cNvSpPr/>
          <p:nvPr/>
        </p:nvSpPr>
        <p:spPr>
          <a:xfrm rot="5400000" flipH="1">
            <a:off x="5332793" y="2645028"/>
            <a:ext cx="1526408" cy="609600"/>
          </a:xfrm>
          <a:prstGeom prst="rightArrow">
            <a:avLst>
              <a:gd name="adj1" fmla="val 36767"/>
              <a:gd name="adj2" fmla="val 74233"/>
            </a:avLst>
          </a:prstGeom>
          <a:solidFill>
            <a:schemeClr val="accent1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游ゴシック" panose="020B0400000000000000" pitchFamily="50" charset="-128"/>
              <a:cs typeface="+mn-cs"/>
            </a:endParaRPr>
          </a:p>
        </p:txBody>
      </p: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EE063E6C-1DF9-1473-9A81-FA431CC3BDC3}"/>
              </a:ext>
            </a:extLst>
          </p:cNvPr>
          <p:cNvGrpSpPr/>
          <p:nvPr/>
        </p:nvGrpSpPr>
        <p:grpSpPr>
          <a:xfrm>
            <a:off x="517891" y="376836"/>
            <a:ext cx="11156219" cy="4680939"/>
            <a:chOff x="517891" y="376836"/>
            <a:chExt cx="11156219" cy="6104328"/>
          </a:xfrm>
        </p:grpSpPr>
        <p:sp>
          <p:nvSpPr>
            <p:cNvPr id="10" name="四角形: 角を丸くする 9">
              <a:extLst>
                <a:ext uri="{FF2B5EF4-FFF2-40B4-BE49-F238E27FC236}">
                  <a16:creationId xmlns:a16="http://schemas.microsoft.com/office/drawing/2014/main" id="{833A08EB-139A-BB8D-0989-4FCBD44EA379}"/>
                </a:ext>
              </a:extLst>
            </p:cNvPr>
            <p:cNvSpPr/>
            <p:nvPr/>
          </p:nvSpPr>
          <p:spPr>
            <a:xfrm>
              <a:off x="517891" y="376836"/>
              <a:ext cx="11156219" cy="6104328"/>
            </a:xfrm>
            <a:prstGeom prst="roundRect">
              <a:avLst>
                <a:gd name="adj" fmla="val 7124"/>
              </a:avLst>
            </a:prstGeom>
            <a:solidFill>
              <a:srgbClr val="4A66AC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4A66AC"/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50" charset="-128"/>
                <a:cs typeface="+mn-cs"/>
              </a:endParaRPr>
            </a:p>
          </p:txBody>
        </p:sp>
        <p:sp>
          <p:nvSpPr>
            <p:cNvPr id="11" name="四角形: 角を丸くする 10">
              <a:extLst>
                <a:ext uri="{FF2B5EF4-FFF2-40B4-BE49-F238E27FC236}">
                  <a16:creationId xmlns:a16="http://schemas.microsoft.com/office/drawing/2014/main" id="{263D8B45-6C00-CA80-A5A0-0A9567349514}"/>
                </a:ext>
              </a:extLst>
            </p:cNvPr>
            <p:cNvSpPr/>
            <p:nvPr/>
          </p:nvSpPr>
          <p:spPr>
            <a:xfrm>
              <a:off x="952497" y="900662"/>
              <a:ext cx="10286999" cy="5006258"/>
            </a:xfrm>
            <a:prstGeom prst="roundRect">
              <a:avLst>
                <a:gd name="adj" fmla="val 7124"/>
              </a:avLst>
            </a:prstGeom>
            <a:solidFill>
              <a:srgbClr val="4A66AC">
                <a:lumMod val="20000"/>
                <a:lumOff val="80000"/>
              </a:srgbClr>
            </a:solidFill>
            <a:ln w="12700" cap="flat" cmpd="sng" algn="ctr">
              <a:noFill/>
              <a:prstDash val="solid"/>
              <a:miter lim="800000"/>
            </a:ln>
            <a:effectLst>
              <a:outerShdw blurRad="101600" dist="38100" dir="4800000" sx="102000" sy="102000" algn="tl" rotWithShape="0">
                <a:prstClr val="black">
                  <a:alpha val="2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4A66AC"/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50" charset="-128"/>
                <a:cs typeface="+mn-cs"/>
              </a:endParaRPr>
            </a:p>
          </p:txBody>
        </p: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49A94ACA-3BB5-9788-7F12-46250A02DD6B}"/>
                </a:ext>
              </a:extLst>
            </p:cNvPr>
            <p:cNvSpPr txBox="1"/>
            <p:nvPr/>
          </p:nvSpPr>
          <p:spPr>
            <a:xfrm>
              <a:off x="2689413" y="1442244"/>
              <a:ext cx="8027895" cy="5217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defTabSz="914400">
                <a:defRPr/>
              </a:pPr>
              <a:r>
                <a:rPr kumimoji="1" lang="ja-JP" altLang="en-US" sz="2000" b="1" i="0" u="none" strike="noStrike" kern="0" cap="none" spc="0" normalizeH="0" baseline="0" noProof="0" dirty="0">
                  <a:ln>
                    <a:noFill/>
                  </a:ln>
                  <a:solidFill>
                    <a:srgbClr val="4A66AC">
                      <a:lumMod val="75000"/>
                    </a:srgbClr>
                  </a:solidFill>
                  <a:effectLst/>
                  <a:uLnTx/>
                  <a:uFillTx/>
                  <a:latin typeface="Calibri" panose="020F0502020204030204"/>
                  <a:ea typeface="游ゴシック" panose="020B0400000000000000" pitchFamily="50" charset="-128"/>
                </a:rPr>
                <a:t>ファイル名やファイルに含まれる情報はアップロードされません。</a:t>
              </a:r>
            </a:p>
          </p:txBody>
        </p:sp>
        <p:sp>
          <p:nvSpPr>
            <p:cNvPr id="15" name="フローチャート: 代替処理 14">
              <a:extLst>
                <a:ext uri="{FF2B5EF4-FFF2-40B4-BE49-F238E27FC236}">
                  <a16:creationId xmlns:a16="http://schemas.microsoft.com/office/drawing/2014/main" id="{11ACBA5A-9633-50FA-2A17-07AD6B3E1219}"/>
                </a:ext>
              </a:extLst>
            </p:cNvPr>
            <p:cNvSpPr/>
            <p:nvPr/>
          </p:nvSpPr>
          <p:spPr>
            <a:xfrm>
              <a:off x="1892792" y="1455752"/>
              <a:ext cx="386602" cy="386602"/>
            </a:xfrm>
            <a:prstGeom prst="flowChartAlternateProcess">
              <a:avLst/>
            </a:prstGeom>
            <a:solidFill>
              <a:sysClr val="window" lastClr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50" charset="-128"/>
                <a:cs typeface="+mn-cs"/>
              </a:endParaRPr>
            </a:p>
          </p:txBody>
        </p:sp>
        <p:sp>
          <p:nvSpPr>
            <p:cNvPr id="16" name="フローチャート: 代替処理 15">
              <a:extLst>
                <a:ext uri="{FF2B5EF4-FFF2-40B4-BE49-F238E27FC236}">
                  <a16:creationId xmlns:a16="http://schemas.microsoft.com/office/drawing/2014/main" id="{67F46186-0F0B-5498-B483-6277874A3836}"/>
                </a:ext>
              </a:extLst>
            </p:cNvPr>
            <p:cNvSpPr/>
            <p:nvPr/>
          </p:nvSpPr>
          <p:spPr>
            <a:xfrm>
              <a:off x="1899516" y="2632504"/>
              <a:ext cx="386602" cy="386602"/>
            </a:xfrm>
            <a:prstGeom prst="flowChartAlternateProcess">
              <a:avLst/>
            </a:prstGeom>
            <a:solidFill>
              <a:sysClr val="window" lastClr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50" charset="-128"/>
                <a:cs typeface="+mn-cs"/>
              </a:endParaRPr>
            </a:p>
          </p:txBody>
        </p:sp>
        <p:sp>
          <p:nvSpPr>
            <p:cNvPr id="17" name="フローチャート: 代替処理 16">
              <a:extLst>
                <a:ext uri="{FF2B5EF4-FFF2-40B4-BE49-F238E27FC236}">
                  <a16:creationId xmlns:a16="http://schemas.microsoft.com/office/drawing/2014/main" id="{8276EB60-DB22-3B5B-7DA0-B60D0159F29C}"/>
                </a:ext>
              </a:extLst>
            </p:cNvPr>
            <p:cNvSpPr/>
            <p:nvPr/>
          </p:nvSpPr>
          <p:spPr>
            <a:xfrm>
              <a:off x="1906240" y="3809256"/>
              <a:ext cx="386602" cy="386602"/>
            </a:xfrm>
            <a:prstGeom prst="flowChartAlternateProcess">
              <a:avLst/>
            </a:prstGeom>
            <a:solidFill>
              <a:sysClr val="window" lastClr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50" charset="-128"/>
                <a:cs typeface="+mn-cs"/>
              </a:endParaRPr>
            </a:p>
          </p:txBody>
        </p:sp>
        <p:sp>
          <p:nvSpPr>
            <p:cNvPr id="18" name="フローチャート: 代替処理 17">
              <a:extLst>
                <a:ext uri="{FF2B5EF4-FFF2-40B4-BE49-F238E27FC236}">
                  <a16:creationId xmlns:a16="http://schemas.microsoft.com/office/drawing/2014/main" id="{9F036F70-51F8-D931-A5AF-399C16E6A435}"/>
                </a:ext>
              </a:extLst>
            </p:cNvPr>
            <p:cNvSpPr/>
            <p:nvPr/>
          </p:nvSpPr>
          <p:spPr>
            <a:xfrm>
              <a:off x="1912964" y="4986008"/>
              <a:ext cx="386602" cy="386602"/>
            </a:xfrm>
            <a:prstGeom prst="flowChartAlternateProcess">
              <a:avLst/>
            </a:prstGeom>
            <a:solidFill>
              <a:sysClr val="window" lastClr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50" charset="-128"/>
                <a:cs typeface="+mn-cs"/>
              </a:endParaRPr>
            </a:p>
          </p:txBody>
        </p: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14F4F05C-1B17-DCCE-4A2C-E60FF2DCBAB9}"/>
                </a:ext>
              </a:extLst>
            </p:cNvPr>
            <p:cNvSpPr txBox="1"/>
            <p:nvPr/>
          </p:nvSpPr>
          <p:spPr>
            <a:xfrm>
              <a:off x="2689413" y="2572601"/>
              <a:ext cx="8237667" cy="5217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2000" b="1" i="0" u="none" strike="noStrike" kern="0" cap="none" spc="0" normalizeH="0" baseline="0" noProof="0" dirty="0">
                  <a:ln>
                    <a:noFill/>
                  </a:ln>
                  <a:solidFill>
                    <a:srgbClr val="4A66AC">
                      <a:lumMod val="75000"/>
                    </a:srgbClr>
                  </a:solidFill>
                  <a:effectLst/>
                  <a:uLnTx/>
                  <a:uFillTx/>
                  <a:latin typeface="Calibri" panose="020F0502020204030204"/>
                  <a:ea typeface="游ゴシック" panose="020B0400000000000000" pitchFamily="50" charset="-128"/>
                  <a:cs typeface="+mn-cs"/>
                </a:rPr>
                <a:t>アカウントの連携などはありません。</a:t>
              </a: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2A96C5ED-3147-A9D8-2B12-AC515E4E869D}"/>
                </a:ext>
              </a:extLst>
            </p:cNvPr>
            <p:cNvSpPr txBox="1"/>
            <p:nvPr/>
          </p:nvSpPr>
          <p:spPr>
            <a:xfrm>
              <a:off x="2689412" y="3775726"/>
              <a:ext cx="8027895" cy="5217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914400">
                <a:defRPr/>
              </a:pPr>
              <a:r>
                <a:rPr kumimoji="1" lang="ja-JP" altLang="en-US" sz="2000" b="1" kern="0" dirty="0">
                  <a:solidFill>
                    <a:srgbClr val="4A66AC">
                      <a:lumMod val="75000"/>
                    </a:srgbClr>
                  </a:solidFill>
                </a:rPr>
                <a:t>通信内容を保持していません。</a:t>
              </a:r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F04711B1-E1A1-409B-9A0B-13AA0DDC4D80}"/>
                </a:ext>
              </a:extLst>
            </p:cNvPr>
            <p:cNvSpPr txBox="1"/>
            <p:nvPr/>
          </p:nvSpPr>
          <p:spPr>
            <a:xfrm>
              <a:off x="2689411" y="4972500"/>
              <a:ext cx="8027895" cy="5217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defTabSz="914400">
                <a:defRPr/>
              </a:pPr>
              <a:r>
                <a:rPr kumimoji="1" lang="ja-JP" altLang="en-US" sz="2000" b="1" kern="0" dirty="0">
                  <a:solidFill>
                    <a:srgbClr val="4A66AC">
                      <a:lumMod val="75000"/>
                    </a:srgbClr>
                  </a:solidFill>
                </a:rPr>
                <a:t>プログラムはオープンソースとして公開されています。</a:t>
              </a:r>
            </a:p>
          </p:txBody>
        </p:sp>
      </p:grp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1F489C94-1C2F-EFFE-13FD-DB2240343E85}"/>
              </a:ext>
            </a:extLst>
          </p:cNvPr>
          <p:cNvGrpSpPr/>
          <p:nvPr/>
        </p:nvGrpSpPr>
        <p:grpSpPr>
          <a:xfrm>
            <a:off x="1754637" y="1096638"/>
            <a:ext cx="736490" cy="3093452"/>
            <a:chOff x="1668381" y="1347801"/>
            <a:chExt cx="892754" cy="3857952"/>
          </a:xfrm>
        </p:grpSpPr>
        <p:pic>
          <p:nvPicPr>
            <p:cNvPr id="23" name="図 22">
              <a:extLst>
                <a:ext uri="{FF2B5EF4-FFF2-40B4-BE49-F238E27FC236}">
                  <a16:creationId xmlns:a16="http://schemas.microsoft.com/office/drawing/2014/main" id="{E19911EC-5D28-A06D-6D54-447FCAC9A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68381" y="1347801"/>
              <a:ext cx="873055" cy="480839"/>
            </a:xfrm>
            <a:prstGeom prst="rect">
              <a:avLst/>
            </a:prstGeom>
          </p:spPr>
        </p:pic>
        <p:pic>
          <p:nvPicPr>
            <p:cNvPr id="24" name="図 23">
              <a:extLst>
                <a:ext uri="{FF2B5EF4-FFF2-40B4-BE49-F238E27FC236}">
                  <a16:creationId xmlns:a16="http://schemas.microsoft.com/office/drawing/2014/main" id="{EBAD8BF7-AB0F-3159-2876-2474FA1263D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68381" y="2485283"/>
              <a:ext cx="873055" cy="480839"/>
            </a:xfrm>
            <a:prstGeom prst="rect">
              <a:avLst/>
            </a:prstGeom>
          </p:spPr>
        </p:pic>
        <p:pic>
          <p:nvPicPr>
            <p:cNvPr id="25" name="図 24">
              <a:extLst>
                <a:ext uri="{FF2B5EF4-FFF2-40B4-BE49-F238E27FC236}">
                  <a16:creationId xmlns:a16="http://schemas.microsoft.com/office/drawing/2014/main" id="{DC78F169-8F01-46A4-3F40-CD45C4CFC1A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88080" y="3622764"/>
              <a:ext cx="873055" cy="480839"/>
            </a:xfrm>
            <a:prstGeom prst="rect">
              <a:avLst/>
            </a:prstGeom>
          </p:spPr>
        </p:pic>
        <p:pic>
          <p:nvPicPr>
            <p:cNvPr id="26" name="図 25">
              <a:extLst>
                <a:ext uri="{FF2B5EF4-FFF2-40B4-BE49-F238E27FC236}">
                  <a16:creationId xmlns:a16="http://schemas.microsoft.com/office/drawing/2014/main" id="{FBE763E0-1361-32E5-925F-04B554C2293F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88080" y="4724914"/>
              <a:ext cx="873055" cy="48083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292087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7000">
        <p159:morph option="byObject"/>
      </p:transition>
    </mc:Choice>
    <mc:Fallback xmlns="">
      <p:transition spd="slow" advTm="7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250"/>
                            </p:stCondLst>
                            <p:childTnLst>
                              <p:par>
                                <p:cTn id="10" presetID="22" presetClass="entr" presetSubtype="8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CC5139-B823-CB4A-CA7C-A37BB8907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FB74DC6-45EB-BDE9-2782-844278301F46}"/>
              </a:ext>
            </a:extLst>
          </p:cNvPr>
          <p:cNvSpPr txBox="1"/>
          <p:nvPr/>
        </p:nvSpPr>
        <p:spPr>
          <a:xfrm>
            <a:off x="4819650" y="4491292"/>
            <a:ext cx="7176654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5"/>
            <a:r>
              <a:rPr lang="ja-JP" altLang="en-US" sz="2400" b="1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      　</a:t>
            </a:r>
            <a:r>
              <a:rPr lang="en-US" altLang="ja-JP" sz="2800" b="1" i="0" dirty="0">
                <a:solidFill>
                  <a:schemeClr val="bg1">
                    <a:lumMod val="65000"/>
                  </a:schemeClr>
                </a:solidFill>
                <a:effectLst/>
                <a:latin typeface="Franklin Gothic Medium" panose="020B0603020102020204" pitchFamily="34" charset="0"/>
                <a:cs typeface="Lucida Sans Unicode" panose="020B0602030504020204" pitchFamily="34" charset="0"/>
              </a:rPr>
              <a:t>Instruction video for use   </a:t>
            </a:r>
            <a:endParaRPr lang="en-US" altLang="ja-JP" sz="2400" b="1" i="0" dirty="0">
              <a:solidFill>
                <a:schemeClr val="bg1">
                  <a:lumMod val="65000"/>
                </a:schemeClr>
              </a:solidFill>
              <a:effectLst/>
              <a:latin typeface="Franklin Gothic Medium" panose="020B0603020102020204" pitchFamily="34" charset="0"/>
              <a:cs typeface="Lucida Sans Unicode" panose="020B0602030504020204" pitchFamily="34" charset="0"/>
            </a:endParaRPr>
          </a:p>
          <a:p>
            <a:pPr lvl="5" algn="r"/>
            <a:r>
              <a:rPr lang="ja-JP" altLang="en-US" sz="2000" b="1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　</a:t>
            </a:r>
            <a:endParaRPr lang="en-US" altLang="ja-JP" sz="4400" b="1" i="0" dirty="0">
              <a:solidFill>
                <a:schemeClr val="bg1">
                  <a:lumMod val="65000"/>
                </a:schemeClr>
              </a:solidFill>
              <a:effectLst/>
              <a:latin typeface="+mn-ea"/>
              <a:cs typeface="Lucida Sans Unicode" panose="020B0602030504020204" pitchFamily="34" charset="0"/>
            </a:endParaRPr>
          </a:p>
          <a:p>
            <a:pPr lvl="5"/>
            <a:r>
              <a:rPr lang="ja-JP" altLang="en-US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                                 初版 </a:t>
            </a:r>
            <a:r>
              <a:rPr lang="en-US" altLang="ja-JP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2025</a:t>
            </a:r>
            <a:r>
              <a:rPr lang="ja-JP" altLang="en-US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年</a:t>
            </a:r>
            <a:r>
              <a:rPr lang="en-US" altLang="ja-JP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7</a:t>
            </a:r>
            <a:r>
              <a:rPr lang="ja-JP" altLang="en-US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月～ </a:t>
            </a:r>
            <a:endParaRPr lang="en-US" altLang="ja-JP" sz="2000" i="0" dirty="0">
              <a:solidFill>
                <a:schemeClr val="bg1">
                  <a:lumMod val="65000"/>
                </a:schemeClr>
              </a:solidFill>
              <a:effectLst/>
              <a:latin typeface="+mn-ea"/>
              <a:cs typeface="Lucida Sans Unicode" panose="020B0602030504020204" pitchFamily="34" charset="0"/>
            </a:endParaRPr>
          </a:p>
          <a:p>
            <a:pPr algn="r"/>
            <a:endParaRPr lang="en-US" altLang="ja-JP" sz="2000" dirty="0">
              <a:solidFill>
                <a:schemeClr val="bg1">
                  <a:lumMod val="65000"/>
                </a:schemeClr>
              </a:solidFill>
              <a:latin typeface="+mn-ea"/>
              <a:cs typeface="Lucida Sans Unicode" panose="020B0602030504020204" pitchFamily="34" charset="0"/>
            </a:endParaRPr>
          </a:p>
          <a:p>
            <a:pPr algn="r"/>
            <a:endParaRPr lang="en-US" altLang="ja-JP" sz="2000" dirty="0">
              <a:solidFill>
                <a:schemeClr val="bg1">
                  <a:lumMod val="65000"/>
                </a:schemeClr>
              </a:solidFill>
              <a:latin typeface="+mn-ea"/>
              <a:cs typeface="Lucida Sans Unicode" panose="020B0602030504020204" pitchFamily="34" charset="0"/>
            </a:endParaRPr>
          </a:p>
          <a:p>
            <a:pPr algn="r"/>
            <a:r>
              <a:rPr lang="en-US" altLang="ja-JP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©</a:t>
            </a:r>
            <a:r>
              <a:rPr lang="ja-JP" altLang="en-US" sz="2000" dirty="0">
                <a:solidFill>
                  <a:schemeClr val="bg1">
                    <a:lumMod val="65000"/>
                  </a:schemeClr>
                </a:solidFill>
                <a:latin typeface="+mn-ea"/>
                <a:cs typeface="Lucida Sans Unicode" panose="020B0602030504020204" pitchFamily="34" charset="0"/>
              </a:rPr>
              <a:t> </a:t>
            </a:r>
            <a:r>
              <a:rPr lang="en-US" altLang="ja-JP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2024 - </a:t>
            </a:r>
            <a:r>
              <a:rPr lang="ja-JP" altLang="en-US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考査村</a:t>
            </a:r>
            <a:endParaRPr lang="ja-JP" altLang="en-US" sz="2400" dirty="0">
              <a:solidFill>
                <a:schemeClr val="bg1">
                  <a:lumMod val="65000"/>
                </a:schemeClr>
              </a:solidFill>
              <a:latin typeface="+mn-ea"/>
              <a:cs typeface="Lucida Sans Unicode" panose="020B0602030504020204" pitchFamily="34" charset="0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867FA7A1-96F6-A096-4414-1BC6BFCE1D37}"/>
              </a:ext>
            </a:extLst>
          </p:cNvPr>
          <p:cNvSpPr/>
          <p:nvPr/>
        </p:nvSpPr>
        <p:spPr>
          <a:xfrm>
            <a:off x="0" y="5070763"/>
            <a:ext cx="12192000" cy="75121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0"/>
                  <a:lumOff val="100000"/>
                </a:schemeClr>
              </a:gs>
              <a:gs pos="23000">
                <a:schemeClr val="accent3">
                  <a:lumMod val="0"/>
                  <a:lumOff val="100000"/>
                </a:schemeClr>
              </a:gs>
              <a:gs pos="100000">
                <a:schemeClr val="accent3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3" name="【2021年最新版】ANA 歴代安全ビデオAll Nippon Airways Safety video - 192">
            <a:hlinkClick r:id="" action="ppaction://media"/>
            <a:extLst>
              <a:ext uri="{FF2B5EF4-FFF2-40B4-BE49-F238E27FC236}">
                <a16:creationId xmlns:a16="http://schemas.microsoft.com/office/drawing/2014/main" id="{04483910-CE72-ED7C-DF5C-2E85ADE06E0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303338" y="877570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1068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 advTm="2000">
        <p15:prstTrans prst="airplane"/>
      </p:transition>
    </mc:Choice>
    <mc:Fallback xmlns="">
      <p:transition spd="slow" advTm="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00"/>
                            </p:stCondLst>
                            <p:childTnLst>
                              <p:par>
                                <p:cTn id="9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" fill="hold"/>
                                        <p:tgtEl>
                                          <p:spTgt spid="2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numSld="999" showWhenStopped="0">
                <p:cTn id="1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3"/>
                </p:tgtEl>
              </p:cMediaNode>
            </p:audio>
          </p:childTnLst>
        </p:cTn>
      </p:par>
    </p:tnLst>
    <p:bldLst>
      <p:bldP spid="12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81DD76-447F-B8D5-2A62-98E779197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F02BA2B-564F-E5BF-F456-ED75593AE863}"/>
              </a:ext>
            </a:extLst>
          </p:cNvPr>
          <p:cNvSpPr txBox="1"/>
          <p:nvPr/>
        </p:nvSpPr>
        <p:spPr>
          <a:xfrm>
            <a:off x="4819650" y="4491292"/>
            <a:ext cx="7176654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5"/>
            <a:r>
              <a:rPr lang="ja-JP" altLang="en-US" sz="2400" b="1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      　</a:t>
            </a:r>
            <a:r>
              <a:rPr lang="en-US" altLang="ja-JP" sz="2800" b="1" i="0" dirty="0">
                <a:solidFill>
                  <a:schemeClr val="bg1">
                    <a:lumMod val="65000"/>
                  </a:schemeClr>
                </a:solidFill>
                <a:effectLst/>
                <a:latin typeface="Franklin Gothic Medium" panose="020B0603020102020204" pitchFamily="34" charset="0"/>
                <a:cs typeface="Lucida Sans Unicode" panose="020B0602030504020204" pitchFamily="34" charset="0"/>
              </a:rPr>
              <a:t>Instruction video for use   </a:t>
            </a:r>
            <a:endParaRPr lang="en-US" altLang="ja-JP" sz="2400" b="1" i="0" dirty="0">
              <a:solidFill>
                <a:schemeClr val="bg1">
                  <a:lumMod val="65000"/>
                </a:schemeClr>
              </a:solidFill>
              <a:effectLst/>
              <a:latin typeface="Franklin Gothic Medium" panose="020B0603020102020204" pitchFamily="34" charset="0"/>
              <a:cs typeface="Lucida Sans Unicode" panose="020B0602030504020204" pitchFamily="34" charset="0"/>
            </a:endParaRPr>
          </a:p>
          <a:p>
            <a:pPr lvl="5" algn="r"/>
            <a:r>
              <a:rPr lang="ja-JP" altLang="en-US" sz="2000" b="1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　</a:t>
            </a:r>
            <a:endParaRPr lang="en-US" altLang="ja-JP" sz="4400" b="1" i="0" dirty="0">
              <a:solidFill>
                <a:schemeClr val="bg1">
                  <a:lumMod val="65000"/>
                </a:schemeClr>
              </a:solidFill>
              <a:effectLst/>
              <a:latin typeface="+mn-ea"/>
              <a:cs typeface="Lucida Sans Unicode" panose="020B0602030504020204" pitchFamily="34" charset="0"/>
            </a:endParaRPr>
          </a:p>
          <a:p>
            <a:pPr lvl="5"/>
            <a:r>
              <a:rPr lang="ja-JP" altLang="en-US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                                 初版 </a:t>
            </a:r>
            <a:r>
              <a:rPr lang="en-US" altLang="ja-JP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2025</a:t>
            </a:r>
            <a:r>
              <a:rPr lang="ja-JP" altLang="en-US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年</a:t>
            </a:r>
            <a:r>
              <a:rPr lang="en-US" altLang="ja-JP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7</a:t>
            </a:r>
            <a:r>
              <a:rPr lang="ja-JP" altLang="en-US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月～ </a:t>
            </a:r>
            <a:endParaRPr lang="en-US" altLang="ja-JP" sz="2000" i="0" dirty="0">
              <a:solidFill>
                <a:schemeClr val="bg1">
                  <a:lumMod val="65000"/>
                </a:schemeClr>
              </a:solidFill>
              <a:effectLst/>
              <a:latin typeface="+mn-ea"/>
              <a:cs typeface="Lucida Sans Unicode" panose="020B0602030504020204" pitchFamily="34" charset="0"/>
            </a:endParaRPr>
          </a:p>
          <a:p>
            <a:pPr algn="r"/>
            <a:endParaRPr lang="en-US" altLang="ja-JP" sz="2000" dirty="0">
              <a:solidFill>
                <a:schemeClr val="bg1">
                  <a:lumMod val="65000"/>
                </a:schemeClr>
              </a:solidFill>
              <a:latin typeface="+mn-ea"/>
              <a:cs typeface="Lucida Sans Unicode" panose="020B0602030504020204" pitchFamily="34" charset="0"/>
            </a:endParaRPr>
          </a:p>
          <a:p>
            <a:pPr algn="r"/>
            <a:endParaRPr lang="en-US" altLang="ja-JP" sz="2000" dirty="0">
              <a:solidFill>
                <a:schemeClr val="bg1">
                  <a:lumMod val="65000"/>
                </a:schemeClr>
              </a:solidFill>
              <a:latin typeface="+mn-ea"/>
              <a:cs typeface="Lucida Sans Unicode" panose="020B0602030504020204" pitchFamily="34" charset="0"/>
            </a:endParaRPr>
          </a:p>
          <a:p>
            <a:pPr algn="r"/>
            <a:r>
              <a:rPr lang="en-US" altLang="ja-JP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©</a:t>
            </a:r>
            <a:r>
              <a:rPr lang="ja-JP" altLang="en-US" sz="2000" dirty="0">
                <a:solidFill>
                  <a:schemeClr val="bg1">
                    <a:lumMod val="65000"/>
                  </a:schemeClr>
                </a:solidFill>
                <a:latin typeface="+mn-ea"/>
                <a:cs typeface="Lucida Sans Unicode" panose="020B0602030504020204" pitchFamily="34" charset="0"/>
              </a:rPr>
              <a:t> </a:t>
            </a:r>
            <a:r>
              <a:rPr lang="en-US" altLang="ja-JP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2024 - </a:t>
            </a:r>
            <a:r>
              <a:rPr lang="ja-JP" altLang="en-US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考査村</a:t>
            </a:r>
            <a:endParaRPr lang="ja-JP" altLang="en-US" sz="2400" dirty="0">
              <a:solidFill>
                <a:schemeClr val="bg1">
                  <a:lumMod val="65000"/>
                </a:schemeClr>
              </a:solidFill>
              <a:latin typeface="+mn-ea"/>
              <a:cs typeface="Lucida Sans Unicode" panose="020B0602030504020204" pitchFamily="34" charset="0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DBCFF3B7-F336-9E2E-9DDD-62C1EE512AB2}"/>
              </a:ext>
            </a:extLst>
          </p:cNvPr>
          <p:cNvSpPr/>
          <p:nvPr/>
        </p:nvSpPr>
        <p:spPr>
          <a:xfrm>
            <a:off x="0" y="5070763"/>
            <a:ext cx="12192000" cy="75121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0"/>
                  <a:lumOff val="100000"/>
                </a:schemeClr>
              </a:gs>
              <a:gs pos="23000">
                <a:schemeClr val="accent3">
                  <a:lumMod val="0"/>
                  <a:lumOff val="100000"/>
                </a:schemeClr>
              </a:gs>
              <a:gs pos="100000">
                <a:schemeClr val="accent3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FD97D82D-94CE-5F86-A247-0F9170FCFA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40913" y="929640"/>
            <a:ext cx="696524" cy="552797"/>
          </a:xfrm>
          <a:prstGeom prst="rect">
            <a:avLst/>
          </a:prstGeom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C144C45F-DC21-6C6C-6B5F-20CE0AF193B8}"/>
              </a:ext>
            </a:extLst>
          </p:cNvPr>
          <p:cNvSpPr txBox="1"/>
          <p:nvPr/>
        </p:nvSpPr>
        <p:spPr>
          <a:xfrm>
            <a:off x="1737437" y="1021372"/>
            <a:ext cx="9174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このアプリケーションはすべて個人で開発・運営しており、現在も開発中です。</a:t>
            </a:r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06D77238-9E57-9C00-3764-7E4EE15B27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40913" y="1726329"/>
            <a:ext cx="696524" cy="552797"/>
          </a:xfrm>
          <a:prstGeom prst="rect">
            <a:avLst/>
          </a:prstGeom>
        </p:spPr>
      </p:pic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CEFB8918-E7E0-2965-E125-9567609C1D05}"/>
              </a:ext>
            </a:extLst>
          </p:cNvPr>
          <p:cNvSpPr txBox="1"/>
          <p:nvPr/>
        </p:nvSpPr>
        <p:spPr>
          <a:xfrm>
            <a:off x="1737437" y="1818061"/>
            <a:ext cx="9174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chemeClr val="bg1">
                    <a:lumMod val="50000"/>
                  </a:schemeClr>
                </a:solidFill>
              </a:rPr>
              <a:t>このビデオは完全にオリジナルです。</a:t>
            </a:r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583C777E-DC6F-EB71-78AC-86BD610318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40913" y="2523018"/>
            <a:ext cx="696524" cy="552797"/>
          </a:xfrm>
          <a:prstGeom prst="rect">
            <a:avLst/>
          </a:prstGeom>
        </p:spPr>
      </p:pic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475DEF51-963B-F12C-9661-E89497ECA87A}"/>
              </a:ext>
            </a:extLst>
          </p:cNvPr>
          <p:cNvSpPr txBox="1"/>
          <p:nvPr/>
        </p:nvSpPr>
        <p:spPr>
          <a:xfrm>
            <a:off x="1737437" y="2614750"/>
            <a:ext cx="9174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chemeClr val="bg1">
                    <a:lumMod val="50000"/>
                  </a:schemeClr>
                </a:solidFill>
              </a:rPr>
              <a:t>このビデオは</a:t>
            </a:r>
            <a:r>
              <a:rPr kumimoji="1" lang="en-US" altLang="ja-JP" b="1" dirty="0">
                <a:solidFill>
                  <a:schemeClr val="bg1">
                    <a:lumMod val="50000"/>
                  </a:schemeClr>
                </a:solidFill>
              </a:rPr>
              <a:t>PowerPoint</a:t>
            </a:r>
            <a:r>
              <a:rPr kumimoji="1" lang="ja-JP" altLang="en-US" b="1" dirty="0">
                <a:solidFill>
                  <a:schemeClr val="bg1">
                    <a:lumMod val="50000"/>
                  </a:schemeClr>
                </a:solidFill>
              </a:rPr>
              <a:t>のみで作成しました。</a:t>
            </a:r>
          </a:p>
        </p:txBody>
      </p:sp>
    </p:spTree>
    <p:extLst>
      <p:ext uri="{BB962C8B-B14F-4D97-AF65-F5344CB8AC3E}">
        <p14:creationId xmlns:p14="http://schemas.microsoft.com/office/powerpoint/2010/main" val="3181685379"/>
      </p:ext>
    </p:extLst>
  </p:cSld>
  <p:clrMapOvr>
    <a:masterClrMapping/>
  </p:clrMapOvr>
  <p:transition spd="slow" advTm="6000">
    <p:strips dir="rd"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462F8B-FF3F-4A13-0EC3-E6FE7BEE2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9049437-A639-39EF-62ED-B6875BD3C1A0}"/>
              </a:ext>
            </a:extLst>
          </p:cNvPr>
          <p:cNvSpPr txBox="1"/>
          <p:nvPr/>
        </p:nvSpPr>
        <p:spPr>
          <a:xfrm>
            <a:off x="4819650" y="4491292"/>
            <a:ext cx="7176654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5"/>
            <a:r>
              <a:rPr lang="ja-JP" altLang="en-US" sz="2400" b="1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      　</a:t>
            </a:r>
            <a:r>
              <a:rPr lang="en-US" altLang="ja-JP" sz="2800" b="1" i="0" dirty="0">
                <a:solidFill>
                  <a:schemeClr val="bg1">
                    <a:lumMod val="65000"/>
                  </a:schemeClr>
                </a:solidFill>
                <a:effectLst/>
                <a:latin typeface="Franklin Gothic Medium" panose="020B0603020102020204" pitchFamily="34" charset="0"/>
                <a:cs typeface="Lucida Sans Unicode" panose="020B0602030504020204" pitchFamily="34" charset="0"/>
              </a:rPr>
              <a:t>Instruction video for use   </a:t>
            </a:r>
            <a:endParaRPr lang="en-US" altLang="ja-JP" sz="2400" b="1" i="0" dirty="0">
              <a:solidFill>
                <a:schemeClr val="bg1">
                  <a:lumMod val="65000"/>
                </a:schemeClr>
              </a:solidFill>
              <a:effectLst/>
              <a:latin typeface="Franklin Gothic Medium" panose="020B0603020102020204" pitchFamily="34" charset="0"/>
              <a:cs typeface="Lucida Sans Unicode" panose="020B0602030504020204" pitchFamily="34" charset="0"/>
            </a:endParaRPr>
          </a:p>
          <a:p>
            <a:pPr lvl="5" algn="r"/>
            <a:r>
              <a:rPr lang="ja-JP" altLang="en-US" sz="2000" b="1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　</a:t>
            </a:r>
            <a:endParaRPr lang="en-US" altLang="ja-JP" sz="4400" b="1" i="0" dirty="0">
              <a:solidFill>
                <a:schemeClr val="bg1">
                  <a:lumMod val="65000"/>
                </a:schemeClr>
              </a:solidFill>
              <a:effectLst/>
              <a:latin typeface="+mn-ea"/>
              <a:cs typeface="Lucida Sans Unicode" panose="020B0602030504020204" pitchFamily="34" charset="0"/>
            </a:endParaRPr>
          </a:p>
          <a:p>
            <a:pPr lvl="5"/>
            <a:r>
              <a:rPr lang="ja-JP" altLang="en-US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                                 初版 </a:t>
            </a:r>
            <a:r>
              <a:rPr lang="en-US" altLang="ja-JP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2025</a:t>
            </a:r>
            <a:r>
              <a:rPr lang="ja-JP" altLang="en-US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年</a:t>
            </a:r>
            <a:r>
              <a:rPr lang="en-US" altLang="ja-JP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7</a:t>
            </a:r>
            <a:r>
              <a:rPr lang="ja-JP" altLang="en-US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月～ </a:t>
            </a:r>
            <a:endParaRPr lang="en-US" altLang="ja-JP" sz="2000" i="0" dirty="0">
              <a:solidFill>
                <a:schemeClr val="bg1">
                  <a:lumMod val="65000"/>
                </a:schemeClr>
              </a:solidFill>
              <a:effectLst/>
              <a:latin typeface="+mn-ea"/>
              <a:cs typeface="Lucida Sans Unicode" panose="020B0602030504020204" pitchFamily="34" charset="0"/>
            </a:endParaRPr>
          </a:p>
          <a:p>
            <a:pPr algn="r"/>
            <a:endParaRPr lang="en-US" altLang="ja-JP" sz="2000" dirty="0">
              <a:solidFill>
                <a:schemeClr val="bg1">
                  <a:lumMod val="65000"/>
                </a:schemeClr>
              </a:solidFill>
              <a:latin typeface="+mn-ea"/>
              <a:cs typeface="Lucida Sans Unicode" panose="020B0602030504020204" pitchFamily="34" charset="0"/>
            </a:endParaRPr>
          </a:p>
          <a:p>
            <a:pPr algn="r"/>
            <a:endParaRPr lang="en-US" altLang="ja-JP" sz="2000" dirty="0">
              <a:solidFill>
                <a:schemeClr val="bg1">
                  <a:lumMod val="65000"/>
                </a:schemeClr>
              </a:solidFill>
              <a:latin typeface="+mn-ea"/>
              <a:cs typeface="Lucida Sans Unicode" panose="020B0602030504020204" pitchFamily="34" charset="0"/>
            </a:endParaRPr>
          </a:p>
          <a:p>
            <a:pPr algn="r"/>
            <a:r>
              <a:rPr lang="en-US" altLang="ja-JP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©</a:t>
            </a:r>
            <a:r>
              <a:rPr lang="ja-JP" altLang="en-US" sz="2000" dirty="0">
                <a:solidFill>
                  <a:schemeClr val="bg1">
                    <a:lumMod val="65000"/>
                  </a:schemeClr>
                </a:solidFill>
                <a:latin typeface="+mn-ea"/>
                <a:cs typeface="Lucida Sans Unicode" panose="020B0602030504020204" pitchFamily="34" charset="0"/>
              </a:rPr>
              <a:t> </a:t>
            </a:r>
            <a:r>
              <a:rPr lang="en-US" altLang="ja-JP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2024 - </a:t>
            </a:r>
            <a:r>
              <a:rPr lang="ja-JP" altLang="en-US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考査村</a:t>
            </a:r>
            <a:endParaRPr lang="ja-JP" altLang="en-US" sz="2400" dirty="0">
              <a:solidFill>
                <a:schemeClr val="bg1">
                  <a:lumMod val="65000"/>
                </a:schemeClr>
              </a:solidFill>
              <a:latin typeface="+mn-ea"/>
              <a:cs typeface="Lucida Sans Unicode" panose="020B0602030504020204" pitchFamily="34" charset="0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1C0DA2F8-4810-7EDD-43C1-ACC755943DA9}"/>
              </a:ext>
            </a:extLst>
          </p:cNvPr>
          <p:cNvSpPr/>
          <p:nvPr/>
        </p:nvSpPr>
        <p:spPr>
          <a:xfrm>
            <a:off x="0" y="5070763"/>
            <a:ext cx="12192000" cy="75121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0"/>
                  <a:lumOff val="100000"/>
                </a:schemeClr>
              </a:gs>
              <a:gs pos="23000">
                <a:schemeClr val="accent3">
                  <a:lumMod val="0"/>
                  <a:lumOff val="100000"/>
                </a:schemeClr>
              </a:gs>
              <a:gs pos="100000">
                <a:schemeClr val="accent3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03077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">
        <p:fade/>
      </p:transition>
    </mc:Choice>
    <mc:Fallback xmlns="">
      <p:transition spd="med" advTm="1000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5C5C24-CCB4-6A14-5030-62FB798CA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F33A369-0FDB-EA97-6397-8F3CC178B0A1}"/>
              </a:ext>
            </a:extLst>
          </p:cNvPr>
          <p:cNvSpPr txBox="1"/>
          <p:nvPr/>
        </p:nvSpPr>
        <p:spPr>
          <a:xfrm>
            <a:off x="4819650" y="4491292"/>
            <a:ext cx="7176654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5"/>
            <a:r>
              <a:rPr lang="ja-JP" altLang="en-US" sz="2400" b="1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      　</a:t>
            </a:r>
            <a:r>
              <a:rPr lang="en-US" altLang="ja-JP" sz="2800" b="1" i="0" dirty="0">
                <a:solidFill>
                  <a:schemeClr val="bg1">
                    <a:lumMod val="65000"/>
                  </a:schemeClr>
                </a:solidFill>
                <a:effectLst/>
                <a:latin typeface="Franklin Gothic Medium" panose="020B0603020102020204" pitchFamily="34" charset="0"/>
                <a:cs typeface="Lucida Sans Unicode" panose="020B0602030504020204" pitchFamily="34" charset="0"/>
              </a:rPr>
              <a:t>Instruction video for use   </a:t>
            </a:r>
            <a:endParaRPr lang="en-US" altLang="ja-JP" sz="2400" b="1" i="0" dirty="0">
              <a:solidFill>
                <a:schemeClr val="bg1">
                  <a:lumMod val="65000"/>
                </a:schemeClr>
              </a:solidFill>
              <a:effectLst/>
              <a:latin typeface="Franklin Gothic Medium" panose="020B0603020102020204" pitchFamily="34" charset="0"/>
              <a:cs typeface="Lucida Sans Unicode" panose="020B0602030504020204" pitchFamily="34" charset="0"/>
            </a:endParaRPr>
          </a:p>
          <a:p>
            <a:pPr lvl="5" algn="r"/>
            <a:r>
              <a:rPr lang="ja-JP" altLang="en-US" sz="2000" b="1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　</a:t>
            </a:r>
            <a:endParaRPr lang="en-US" altLang="ja-JP" sz="4400" b="1" i="0" dirty="0">
              <a:solidFill>
                <a:schemeClr val="bg1">
                  <a:lumMod val="65000"/>
                </a:schemeClr>
              </a:solidFill>
              <a:effectLst/>
              <a:latin typeface="+mn-ea"/>
              <a:cs typeface="Lucida Sans Unicode" panose="020B0602030504020204" pitchFamily="34" charset="0"/>
            </a:endParaRPr>
          </a:p>
          <a:p>
            <a:pPr lvl="5"/>
            <a:r>
              <a:rPr lang="ja-JP" altLang="en-US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                                 初版 </a:t>
            </a:r>
            <a:r>
              <a:rPr lang="en-US" altLang="ja-JP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2025</a:t>
            </a:r>
            <a:r>
              <a:rPr lang="ja-JP" altLang="en-US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年</a:t>
            </a:r>
            <a:r>
              <a:rPr lang="en-US" altLang="ja-JP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7</a:t>
            </a:r>
            <a:r>
              <a:rPr lang="ja-JP" altLang="en-US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月～ </a:t>
            </a:r>
            <a:endParaRPr lang="en-US" altLang="ja-JP" sz="2000" i="0" dirty="0">
              <a:solidFill>
                <a:schemeClr val="bg1">
                  <a:lumMod val="65000"/>
                </a:schemeClr>
              </a:solidFill>
              <a:effectLst/>
              <a:latin typeface="+mn-ea"/>
              <a:cs typeface="Lucida Sans Unicode" panose="020B0602030504020204" pitchFamily="34" charset="0"/>
            </a:endParaRPr>
          </a:p>
          <a:p>
            <a:pPr algn="r"/>
            <a:endParaRPr lang="en-US" altLang="ja-JP" sz="2000" dirty="0">
              <a:solidFill>
                <a:schemeClr val="bg1">
                  <a:lumMod val="65000"/>
                </a:schemeClr>
              </a:solidFill>
              <a:latin typeface="+mn-ea"/>
              <a:cs typeface="Lucida Sans Unicode" panose="020B0602030504020204" pitchFamily="34" charset="0"/>
            </a:endParaRPr>
          </a:p>
          <a:p>
            <a:pPr algn="r"/>
            <a:endParaRPr lang="en-US" altLang="ja-JP" sz="2000" dirty="0">
              <a:solidFill>
                <a:schemeClr val="bg1">
                  <a:lumMod val="65000"/>
                </a:schemeClr>
              </a:solidFill>
              <a:latin typeface="+mn-ea"/>
              <a:cs typeface="Lucida Sans Unicode" panose="020B0602030504020204" pitchFamily="34" charset="0"/>
            </a:endParaRPr>
          </a:p>
          <a:p>
            <a:pPr algn="r"/>
            <a:r>
              <a:rPr lang="en-US" altLang="ja-JP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©</a:t>
            </a:r>
            <a:r>
              <a:rPr lang="ja-JP" altLang="en-US" sz="2000" dirty="0">
                <a:solidFill>
                  <a:schemeClr val="bg1">
                    <a:lumMod val="65000"/>
                  </a:schemeClr>
                </a:solidFill>
                <a:latin typeface="+mn-ea"/>
                <a:cs typeface="Lucida Sans Unicode" panose="020B0602030504020204" pitchFamily="34" charset="0"/>
              </a:rPr>
              <a:t> </a:t>
            </a:r>
            <a:r>
              <a:rPr lang="en-US" altLang="ja-JP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2024 - </a:t>
            </a:r>
            <a:r>
              <a:rPr lang="ja-JP" altLang="en-US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考査村</a:t>
            </a:r>
            <a:endParaRPr lang="ja-JP" altLang="en-US" sz="2400" dirty="0">
              <a:solidFill>
                <a:schemeClr val="bg1">
                  <a:lumMod val="65000"/>
                </a:schemeClr>
              </a:solidFill>
              <a:latin typeface="+mn-ea"/>
              <a:cs typeface="Lucida Sans Unicode" panose="020B0602030504020204" pitchFamily="34" charset="0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49362095-1E18-A71E-3F99-6C3C27578383}"/>
              </a:ext>
            </a:extLst>
          </p:cNvPr>
          <p:cNvSpPr/>
          <p:nvPr/>
        </p:nvSpPr>
        <p:spPr>
          <a:xfrm>
            <a:off x="0" y="5070763"/>
            <a:ext cx="12192000" cy="75121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0"/>
                  <a:lumOff val="100000"/>
                </a:schemeClr>
              </a:gs>
              <a:gs pos="23000">
                <a:schemeClr val="accent3">
                  <a:lumMod val="0"/>
                  <a:lumOff val="100000"/>
                </a:schemeClr>
              </a:gs>
              <a:gs pos="100000">
                <a:schemeClr val="accent3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1A80A262-BBD6-ADE5-AB69-642DF06B6415}"/>
              </a:ext>
            </a:extLst>
          </p:cNvPr>
          <p:cNvSpPr/>
          <p:nvPr/>
        </p:nvSpPr>
        <p:spPr>
          <a:xfrm>
            <a:off x="-655320" y="0"/>
            <a:ext cx="13129260" cy="700278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solidFill>
              <a:schemeClr val="bg1">
                <a:lumMod val="85000"/>
                <a:lumOff val="1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424492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 advTm="1500">
        <p:fade/>
      </p:transition>
    </mc:Choice>
    <mc:Fallback xmlns="">
      <p:transition spd="slow" advTm="15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theme/theme1.xml><?xml version="1.0" encoding="utf-8"?>
<a:theme xmlns:a="http://schemas.openxmlformats.org/drawingml/2006/main" name="Office テーマ">
  <a:themeElements>
    <a:clrScheme name="暖かみのある青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スライス">
  <a:themeElements>
    <a:clrScheme name="スライス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スライス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スライス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ppt/theme/theme3.xml><?xml version="1.0" encoding="utf-8"?>
<a:theme xmlns:a="http://schemas.openxmlformats.org/drawingml/2006/main" name="1_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F46216B-77A9-411A-B9D3-5023FCB70208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2138</TotalTime>
  <Words>937</Words>
  <Application>Microsoft Office PowerPoint</Application>
  <PresentationFormat>ワイド画面</PresentationFormat>
  <Paragraphs>174</Paragraphs>
  <Slides>33</Slides>
  <Notes>27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14</vt:i4>
      </vt:variant>
      <vt:variant>
        <vt:lpstr>テーマ</vt:lpstr>
      </vt:variant>
      <vt:variant>
        <vt:i4>3</vt:i4>
      </vt:variant>
      <vt:variant>
        <vt:lpstr>スライド タイトル</vt:lpstr>
      </vt:variant>
      <vt:variant>
        <vt:i4>33</vt:i4>
      </vt:variant>
    </vt:vector>
  </HeadingPairs>
  <TitlesOfParts>
    <vt:vector size="50" baseType="lpstr">
      <vt:lpstr>AR丸ゴシック体E</vt:lpstr>
      <vt:lpstr>BIZ UDゴシック</vt:lpstr>
      <vt:lpstr>DengXian</vt:lpstr>
      <vt:lpstr>J-イワタ学参新教科書体ProN E</vt:lpstr>
      <vt:lpstr>J-イワタ福まるごStdN B</vt:lpstr>
      <vt:lpstr>Malgun Gothic</vt:lpstr>
      <vt:lpstr>游ゴシック</vt:lpstr>
      <vt:lpstr>Arial</vt:lpstr>
      <vt:lpstr>Calibri</vt:lpstr>
      <vt:lpstr>Calibri Light</vt:lpstr>
      <vt:lpstr>Century Gothic</vt:lpstr>
      <vt:lpstr>Franklin Gothic Medium</vt:lpstr>
      <vt:lpstr>Lucida Sans Unicode</vt:lpstr>
      <vt:lpstr>Wingdings 3</vt:lpstr>
      <vt:lpstr>Office テーマ</vt:lpstr>
      <vt:lpstr>スライス</vt:lpstr>
      <vt:lpstr>1_Office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佐藤 亨哉</dc:creator>
  <cp:lastModifiedBy>佐藤 亨哉</cp:lastModifiedBy>
  <cp:revision>1</cp:revision>
  <dcterms:created xsi:type="dcterms:W3CDTF">2025-07-18T10:56:28Z</dcterms:created>
  <dcterms:modified xsi:type="dcterms:W3CDTF">2025-11-11T15:01:26Z</dcterms:modified>
</cp:coreProperties>
</file>