
<file path=[Content_Types].xml><?xml version="1.0" encoding="utf-8"?>
<Types xmlns="http://schemas.openxmlformats.org/package/2006/content-types">
  <Default Extension="jpeg" ContentType="image/jpeg"/>
  <Default Extension="mp3" ContentType="audio/mpeg"/>
  <Default Extension="png" ContentType="image/png"/>
  <Default Extension="rels" ContentType="application/vnd.openxmlformats-package.relationships+xml"/>
  <Default Extension="wav" ContentType="audio/x-wav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3.xml" ContentType="application/vnd.openxmlformats-officedocument.theme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2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  <p:sldMasterId id="2147484008" r:id="rId2"/>
    <p:sldMasterId id="2147484026" r:id="rId3"/>
    <p:sldMasterId id="2147484038" r:id="rId4"/>
  </p:sldMasterIdLst>
  <p:notesMasterIdLst>
    <p:notesMasterId r:id="rId50"/>
  </p:notesMasterIdLst>
  <p:handoutMasterIdLst>
    <p:handoutMasterId r:id="rId51"/>
  </p:handoutMasterIdLst>
  <p:sldIdLst>
    <p:sldId id="311" r:id="rId5"/>
    <p:sldId id="318" r:id="rId6"/>
    <p:sldId id="317" r:id="rId7"/>
    <p:sldId id="319" r:id="rId8"/>
    <p:sldId id="321" r:id="rId9"/>
    <p:sldId id="323" r:id="rId10"/>
    <p:sldId id="325" r:id="rId11"/>
    <p:sldId id="326" r:id="rId12"/>
    <p:sldId id="327" r:id="rId13"/>
    <p:sldId id="328" r:id="rId14"/>
    <p:sldId id="335" r:id="rId15"/>
    <p:sldId id="329" r:id="rId16"/>
    <p:sldId id="315" r:id="rId17"/>
    <p:sldId id="330" r:id="rId18"/>
    <p:sldId id="332" r:id="rId19"/>
    <p:sldId id="333" r:id="rId20"/>
    <p:sldId id="334" r:id="rId21"/>
    <p:sldId id="336" r:id="rId22"/>
    <p:sldId id="267" r:id="rId23"/>
    <p:sldId id="261" r:id="rId24"/>
    <p:sldId id="266" r:id="rId25"/>
    <p:sldId id="270" r:id="rId26"/>
    <p:sldId id="271" r:id="rId27"/>
    <p:sldId id="272" r:id="rId28"/>
    <p:sldId id="283" r:id="rId29"/>
    <p:sldId id="289" r:id="rId30"/>
    <p:sldId id="287" r:id="rId31"/>
    <p:sldId id="290" r:id="rId32"/>
    <p:sldId id="275" r:id="rId33"/>
    <p:sldId id="276" r:id="rId34"/>
    <p:sldId id="292" r:id="rId35"/>
    <p:sldId id="262" r:id="rId36"/>
    <p:sldId id="291" r:id="rId37"/>
    <p:sldId id="294" r:id="rId38"/>
    <p:sldId id="295" r:id="rId39"/>
    <p:sldId id="297" r:id="rId40"/>
    <p:sldId id="298" r:id="rId41"/>
    <p:sldId id="299" r:id="rId42"/>
    <p:sldId id="303" r:id="rId43"/>
    <p:sldId id="304" r:id="rId44"/>
    <p:sldId id="305" r:id="rId45"/>
    <p:sldId id="306" r:id="rId46"/>
    <p:sldId id="308" r:id="rId47"/>
    <p:sldId id="309" r:id="rId48"/>
    <p:sldId id="310" r:id="rId49"/>
  </p:sldIdLst>
  <p:sldSz cx="12192000" cy="6858000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2020"/>
    <a:srgbClr val="EDF1F9"/>
    <a:srgbClr val="ACD3F6"/>
    <a:srgbClr val="0D0D0D"/>
    <a:srgbClr val="A6A6A6"/>
    <a:srgbClr val="C5E0B4"/>
    <a:srgbClr val="F02718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37" autoAdjust="0"/>
    <p:restoredTop sz="91616" autoAdjust="0"/>
  </p:normalViewPr>
  <p:slideViewPr>
    <p:cSldViewPr snapToGrid="0">
      <p:cViewPr>
        <p:scale>
          <a:sx n="125" d="100"/>
          <a:sy n="125" d="100"/>
        </p:scale>
        <p:origin x="960" y="318"/>
      </p:cViewPr>
      <p:guideLst/>
    </p:cSldViewPr>
  </p:slideViewPr>
  <p:outlineViewPr>
    <p:cViewPr>
      <p:scale>
        <a:sx n="75" d="100"/>
        <a:sy n="75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52" d="100"/>
          <a:sy n="152" d="100"/>
        </p:scale>
        <p:origin x="3198" y="13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notesMaster" Target="notesMasters/notesMaster1.xml"/><Relationship Id="rId55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presProps" Target="pres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8" Type="http://schemas.openxmlformats.org/officeDocument/2006/relationships/slide" Target="slides/slide4.xml"/><Relationship Id="rId51" Type="http://schemas.openxmlformats.org/officeDocument/2006/relationships/handoutMaster" Target="handoutMasters/handoutMaster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70CACE11-D2F2-77EF-6587-6195855B26D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BDC8522-3D34-4DE2-922D-FA9756A0239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8D54E6-3DD5-462A-B0C7-241239AE941D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A644F096-BDF9-0546-A5E2-7012F856D1F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71A2584-580E-BFCC-61AA-CEB18DE6130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BC81EA-8468-4AAB-B494-311F22E6C7B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431779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FB8F3-496A-405C-8182-FC0F3AB51B1B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BDDB20-F99C-4B62-ACCA-66249E6E716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4383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7617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49765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6CF0-B90E-8BA4-AA26-7D62CDA58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57292A4-2D3C-7912-1B33-2BB56BA64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ED27B7B-0A58-C259-E977-0B37D7FF78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FFFC352-98D2-5AB5-2190-F0B38D67D3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77885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19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75360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20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310264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21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27463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22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59707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23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77368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24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66291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CFC62-63BD-1EE2-26E1-6D20E6ED0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1F503DC-ADEA-C74A-D20D-FAD43AF87E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4FAEC02-CBB0-5781-5DEC-55CA14772E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083A77F-3AF0-5659-633C-FECCB49049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25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2308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0820C-D303-0869-07FD-DE0C7682C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5C46CDB-85A2-D6C5-F3A4-04724CAC8B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5BEAF16-47D7-B704-7975-394B1B260C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F6CE260-FC42-E0A7-F7DD-3FBBD29563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26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72036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2A16C-FDB1-A464-27A0-E0D8E2A62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FB11BB2-86C7-AC13-485C-5D43404B59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11B056C-26F3-4CC3-5EC2-A62FFBC459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7E0896B-B625-2FEF-BA41-F125DEF349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27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17782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443DD-AA02-3898-BDD6-DC8E43326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A4C5EC1-AA00-5C84-4DF9-506738FA94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7BDB67A-3DF6-BD1A-C492-E7E5001680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6E5874F-096D-FF59-0A32-6DA33BCD6A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28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057503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29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344811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30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812721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DC69F-B742-9E46-60BC-6AF923A3D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7FBA4A9-C430-B05E-0D0F-FCC4F6FA0A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996040-6003-44C5-566D-70C17FC3C5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47404" y="3686176"/>
            <a:ext cx="7315200" cy="2700338"/>
          </a:xfrm>
        </p:spPr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2C52598-2C6D-9E8B-9DE4-2CBD84CE0F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31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62269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>
          <a:xfrm>
            <a:off x="1047404" y="3686176"/>
            <a:ext cx="7315200" cy="2700338"/>
          </a:xfrm>
        </p:spPr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32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576857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51302-F868-576E-7A13-86CAE69E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F18FB21-B60A-F2FB-7E89-A5855F04A2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F62FF20-D7AA-7C2E-C7DA-843BC0E0A4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1525725-AB69-307E-A82C-7285EBE86A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BDDB20-F99C-4B62-ACCA-66249E6E7166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游ゴシック" panose="020F0502020204030204"/>
                <a:ea typeface="游ゴシック" panose="020B0400000000000000" pitchFamily="50" charset="-128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游ゴシック" panose="020F0502020204030204"/>
              <a:ea typeface="游ゴシック" panose="020B0400000000000000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466035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C9E2E-31C5-F5C4-CCF8-532C3B121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DBF05AE-FFF8-A51B-9611-8CC7901819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4081378-EB19-50F3-A6C8-5B18A088C8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37B4275-809A-5E99-B7C4-D836AF5A37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BDDB20-F99C-4B62-ACCA-66249E6E7166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游ゴシック" panose="020F0502020204030204"/>
                <a:ea typeface="游ゴシック" panose="020B0400000000000000" pitchFamily="50" charset="-128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游ゴシック" panose="020F0502020204030204"/>
              <a:ea typeface="游ゴシック" panose="020B0400000000000000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815120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507A4-342F-AD14-66F1-38BD64A04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2F2395F-1FCD-45D6-7A59-9E439FA58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EBA04C7-1DBE-7E36-7B69-47813989F3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40C19A9-8961-8984-F799-6B56E9FB96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BDDB20-F99C-4B62-ACCA-66249E6E7166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游ゴシック" panose="020F0502020204030204"/>
                <a:ea typeface="游ゴシック" panose="020B0400000000000000" pitchFamily="50" charset="-128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游ゴシック" panose="020F0502020204030204"/>
              <a:ea typeface="游ゴシック" panose="020B0400000000000000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6300224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0087B-A648-E093-30A6-303D0860D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5BFB5E4-EF27-56D1-08E5-797023F850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DFA3154-FBC4-B080-95F1-C418AB6967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47404" y="3686176"/>
            <a:ext cx="7315200" cy="2700338"/>
          </a:xfrm>
        </p:spPr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926054C-B2E2-AA08-CF59-73122EF32D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42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263817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4FFA9-4BD4-2513-074F-31D039665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1F3E1C7-0021-1C55-40EB-5B8895A0A7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6348375-80EA-2BD4-EEA9-18E76457D1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47404" y="3686176"/>
            <a:ext cx="7315200" cy="2700338"/>
          </a:xfrm>
        </p:spPr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5539EFB-607B-DA67-07E7-1D15D9D07A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43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930756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610D2-23AC-1B31-6306-4DC6A69EA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A48E95C-0CF3-C7A4-D108-5E0F62D14C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00F816D-4A4A-860D-1FDD-20D52DC906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47404" y="3686176"/>
            <a:ext cx="7315200" cy="2700338"/>
          </a:xfrm>
        </p:spPr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8FECE7D-30B0-30A3-5084-0A90101B2D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44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017254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5E6E3-2517-D0B2-9E0B-7FE20ACB1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1EDF5F3-03E6-C5FA-FF28-33290EC573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4CE8356-C550-6450-117C-11706333B4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47404" y="3686176"/>
            <a:ext cx="7315200" cy="2700338"/>
          </a:xfrm>
        </p:spPr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94F39C5-EA7A-B048-0E2C-66B3797442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BDDB20-F99C-4B62-ACCA-66249E6E7166}" type="slidenum">
              <a:rPr kumimoji="1" lang="ja-JP" altLang="en-US" smtClean="0"/>
              <a:t>45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0103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12017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29281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83148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397971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46487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9045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96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39277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90085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63213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34155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62010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82799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86419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09385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40102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49276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83449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370552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28445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パノラマ写真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64619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23382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3322380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103249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付きの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9338310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または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742103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029063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373878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435332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063830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846955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10280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609509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264567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070508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266378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85444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78033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107115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3047876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6559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501511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75429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462984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089050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56559568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080099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8657521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572309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8196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5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30.xml"/><Relationship Id="rId1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4.xml"/><Relationship Id="rId11" Type="http://schemas.openxmlformats.org/officeDocument/2006/relationships/slideLayout" Target="../slideLayouts/slideLayout39.xml"/><Relationship Id="rId5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2.xml"/><Relationship Id="rId9" Type="http://schemas.openxmlformats.org/officeDocument/2006/relationships/slideLayout" Target="../slideLayouts/slideLayout37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2.xml"/><Relationship Id="rId7" Type="http://schemas.openxmlformats.org/officeDocument/2006/relationships/slideLayout" Target="../slideLayouts/slideLayout46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41.xml"/><Relationship Id="rId1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50.xml"/><Relationship Id="rId5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9.xml"/><Relationship Id="rId4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976648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19344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9" r:id="rId1"/>
    <p:sldLayoutId id="2147484010" r:id="rId2"/>
    <p:sldLayoutId id="2147484011" r:id="rId3"/>
    <p:sldLayoutId id="2147484012" r:id="rId4"/>
    <p:sldLayoutId id="2147484013" r:id="rId5"/>
    <p:sldLayoutId id="2147484014" r:id="rId6"/>
    <p:sldLayoutId id="2147484015" r:id="rId7"/>
    <p:sldLayoutId id="2147484016" r:id="rId8"/>
    <p:sldLayoutId id="2147484017" r:id="rId9"/>
    <p:sldLayoutId id="2147484018" r:id="rId10"/>
    <p:sldLayoutId id="2147484019" r:id="rId11"/>
    <p:sldLayoutId id="2147484020" r:id="rId12"/>
    <p:sldLayoutId id="2147484021" r:id="rId13"/>
    <p:sldLayoutId id="2147484022" r:id="rId14"/>
    <p:sldLayoutId id="2147484023" r:id="rId15"/>
    <p:sldLayoutId id="2147484024" r:id="rId16"/>
    <p:sldLayoutId id="2147484025" r:id="rId17"/>
  </p:sldLayoutIdLst>
  <p:txStyles>
    <p:titleStyle>
      <a:lvl1pPr algn="l" defTabSz="457200" rtl="0" eaLnBrk="1" latinLnBrk="0" hangingPunct="1">
        <a:spcBef>
          <a:spcPct val="0"/>
        </a:spcBef>
        <a:buNone/>
        <a:defRPr kumimoji="1"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28461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27" r:id="rId1"/>
    <p:sldLayoutId id="2147484028" r:id="rId2"/>
    <p:sldLayoutId id="2147484029" r:id="rId3"/>
    <p:sldLayoutId id="2147484030" r:id="rId4"/>
    <p:sldLayoutId id="2147484031" r:id="rId5"/>
    <p:sldLayoutId id="2147484032" r:id="rId6"/>
    <p:sldLayoutId id="2147484033" r:id="rId7"/>
    <p:sldLayoutId id="2147484034" r:id="rId8"/>
    <p:sldLayoutId id="2147484035" r:id="rId9"/>
    <p:sldLayoutId id="2147484036" r:id="rId10"/>
    <p:sldLayoutId id="214748403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102DC4-ED51-48D3-9614-3719DE13893C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EB68FE-787D-4870-9B57-3A4C2E2E4BD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9968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39" r:id="rId1"/>
    <p:sldLayoutId id="2147484040" r:id="rId2"/>
    <p:sldLayoutId id="2147484041" r:id="rId3"/>
    <p:sldLayoutId id="2147484042" r:id="rId4"/>
    <p:sldLayoutId id="2147484043" r:id="rId5"/>
    <p:sldLayoutId id="2147484044" r:id="rId6"/>
    <p:sldLayoutId id="2147484045" r:id="rId7"/>
    <p:sldLayoutId id="2147484046" r:id="rId8"/>
    <p:sldLayoutId id="2147484047" r:id="rId9"/>
    <p:sldLayoutId id="2147484048" r:id="rId10"/>
    <p:sldLayoutId id="214748404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2.png"/><Relationship Id="rId2" Type="http://schemas.microsoft.com/office/2007/relationships/media" Target="../media/media1.wav"/><Relationship Id="rId1" Type="http://schemas.openxmlformats.org/officeDocument/2006/relationships/audio" Target="NULL" TargetMode="External"/><Relationship Id="rId6" Type="http://schemas.microsoft.com/office/2007/relationships/hdphoto" Target="../media/hdphoto1.wdp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microsoft.com/office/2007/relationships/media" Target="../media/media2.wav"/><Relationship Id="rId1" Type="http://schemas.openxmlformats.org/officeDocument/2006/relationships/audio" Target="NULL" TargetMode="Externa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microsoft.com/office/2007/relationships/hdphoto" Target="../media/hdphoto2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microsoft.com/office/2007/relationships/hdphoto" Target="../media/hdphoto3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microsoft.com/office/2007/relationships/hdphoto" Target="../media/hdphoto2.wdp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40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40.xml"/><Relationship Id="rId1" Type="http://schemas.openxmlformats.org/officeDocument/2006/relationships/themeOverride" Target="../theme/themeOverride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0.jpe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microsoft.com/office/2007/relationships/hdphoto" Target="../media/hdphoto6.wdp"/><Relationship Id="rId5" Type="http://schemas.openxmlformats.org/officeDocument/2006/relationships/image" Target="../media/image19.png"/><Relationship Id="rId4" Type="http://schemas.microsoft.com/office/2007/relationships/hdphoto" Target="../media/hdphoto5.wdp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2.png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6" Type="http://schemas.microsoft.com/office/2007/relationships/hdphoto" Target="../media/hdphoto1.wdp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microsoft.com/office/2007/relationships/media" Target="../media/media2.wav"/><Relationship Id="rId1" Type="http://schemas.openxmlformats.org/officeDocument/2006/relationships/audio" Target="NULL" TargetMode="External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11" Type="http://schemas.microsoft.com/office/2007/relationships/hdphoto" Target="../media/hdphoto7.wdp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2.png"/><Relationship Id="rId4" Type="http://schemas.microsoft.com/office/2007/relationships/hdphoto" Target="../media/hdphoto8.wdp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microsoft.com/office/2007/relationships/hdphoto" Target="../media/hdphoto3.wdp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9.png"/><Relationship Id="rId5" Type="http://schemas.openxmlformats.org/officeDocument/2006/relationships/image" Target="../media/image32.png"/><Relationship Id="rId4" Type="http://schemas.microsoft.com/office/2007/relationships/hdphoto" Target="../media/hdphoto8.wdp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microsoft.com/office/2007/relationships/hdphoto" Target="../media/hdphoto3.wdp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9.png"/><Relationship Id="rId5" Type="http://schemas.openxmlformats.org/officeDocument/2006/relationships/image" Target="../media/image33.png"/><Relationship Id="rId4" Type="http://schemas.microsoft.com/office/2007/relationships/hdphoto" Target="../media/hdphoto8.wdp"/></Relationships>
</file>

<file path=ppt/slides/_rels/slide28.xml.rels><?xml version="1.0" encoding="UTF-8" standalone="yes"?>
<Relationships xmlns="http://schemas.openxmlformats.org/package/2006/relationships"><Relationship Id="rId8" Type="http://schemas.microsoft.com/office/2007/relationships/hdphoto" Target="../media/hdphoto7.wdp"/><Relationship Id="rId3" Type="http://schemas.openxmlformats.org/officeDocument/2006/relationships/image" Target="../media/image31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microsoft.com/office/2007/relationships/hdphoto" Target="../media/hdphoto8.wdp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jpeg"/><Relationship Id="rId5" Type="http://schemas.openxmlformats.org/officeDocument/2006/relationships/image" Target="../media/image35.png"/><Relationship Id="rId4" Type="http://schemas.openxmlformats.org/officeDocument/2006/relationships/image" Target="../media/image24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3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jpeg"/><Relationship Id="rId5" Type="http://schemas.openxmlformats.org/officeDocument/2006/relationships/image" Target="../media/image35.png"/><Relationship Id="rId10" Type="http://schemas.microsoft.com/office/2007/relationships/hdphoto" Target="../media/hdphoto7.wdp"/><Relationship Id="rId4" Type="http://schemas.openxmlformats.org/officeDocument/2006/relationships/image" Target="../media/image24.png"/><Relationship Id="rId9" Type="http://schemas.openxmlformats.org/officeDocument/2006/relationships/image" Target="../media/image30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39.png"/><Relationship Id="rId4" Type="http://schemas.microsoft.com/office/2007/relationships/hdphoto" Target="../media/hdphoto9.wdp"/></Relationships>
</file>

<file path=ppt/slides/_rels/slide34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38.png"/><Relationship Id="rId7" Type="http://schemas.openxmlformats.org/officeDocument/2006/relationships/image" Target="../media/image39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microsoft.com/office/2007/relationships/hdphoto" Target="../media/hdphoto3.wdp"/><Relationship Id="rId5" Type="http://schemas.openxmlformats.org/officeDocument/2006/relationships/image" Target="../media/image9.png"/><Relationship Id="rId4" Type="http://schemas.microsoft.com/office/2007/relationships/hdphoto" Target="../media/hdphoto9.wdp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39.png"/><Relationship Id="rId4" Type="http://schemas.microsoft.com/office/2007/relationships/hdphoto" Target="../media/hdphoto9.wdp"/></Relationships>
</file>

<file path=ppt/slides/_rels/slide36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38.png"/><Relationship Id="rId7" Type="http://schemas.openxmlformats.org/officeDocument/2006/relationships/image" Target="../media/image39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microsoft.com/office/2007/relationships/hdphoto" Target="../media/hdphoto3.wdp"/><Relationship Id="rId5" Type="http://schemas.openxmlformats.org/officeDocument/2006/relationships/image" Target="../media/image9.png"/><Relationship Id="rId4" Type="http://schemas.microsoft.com/office/2007/relationships/hdphoto" Target="../media/hdphoto9.wdp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2.png"/><Relationship Id="rId2" Type="http://schemas.microsoft.com/office/2007/relationships/media" Target="../media/media2.wav"/><Relationship Id="rId1" Type="http://schemas.openxmlformats.org/officeDocument/2006/relationships/audio" Target="NULL" TargetMode="External"/><Relationship Id="rId6" Type="http://schemas.microsoft.com/office/2007/relationships/hdphoto" Target="../media/hdphoto9.wdp"/><Relationship Id="rId5" Type="http://schemas.openxmlformats.org/officeDocument/2006/relationships/image" Target="../media/image38.png"/><Relationship Id="rId4" Type="http://schemas.openxmlformats.org/officeDocument/2006/relationships/image" Target="../media/image41.png"/><Relationship Id="rId9" Type="http://schemas.microsoft.com/office/2007/relationships/hdphoto" Target="../media/hdphoto1.wdp"/></Relationships>
</file>

<file path=ppt/slides/_rels/slide38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38.png"/><Relationship Id="rId7" Type="http://schemas.openxmlformats.org/officeDocument/2006/relationships/image" Target="../media/image39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3.wdp"/><Relationship Id="rId5" Type="http://schemas.openxmlformats.org/officeDocument/2006/relationships/image" Target="../media/image9.png"/><Relationship Id="rId4" Type="http://schemas.microsoft.com/office/2007/relationships/hdphoto" Target="../media/hdphoto9.wdp"/></Relationships>
</file>

<file path=ppt/slides/_rels/slide39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3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microsoft.com/office/2007/relationships/hdphoto" Target="../media/hdphoto9.wdp"/><Relationship Id="rId5" Type="http://schemas.openxmlformats.org/officeDocument/2006/relationships/image" Target="../media/image38.png"/><Relationship Id="rId4" Type="http://schemas.openxmlformats.org/officeDocument/2006/relationships/image" Target="../media/image27.png"/></Relationships>
</file>

<file path=ppt/slides/_rels/slide40.xml.rels><?xml version="1.0" encoding="UTF-8" standalone="yes"?>
<Relationships xmlns="http://schemas.openxmlformats.org/package/2006/relationships"><Relationship Id="rId8" Type="http://schemas.microsoft.com/office/2007/relationships/hdphoto" Target="../media/hdphoto9.wdp"/><Relationship Id="rId3" Type="http://schemas.openxmlformats.org/officeDocument/2006/relationships/image" Target="../media/image23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10" Type="http://schemas.microsoft.com/office/2007/relationships/hdphoto" Target="../media/hdphoto1.wdp"/><Relationship Id="rId4" Type="http://schemas.openxmlformats.org/officeDocument/2006/relationships/image" Target="../media/image27.png"/><Relationship Id="rId9" Type="http://schemas.openxmlformats.org/officeDocument/2006/relationships/image" Target="../media/image39.png"/></Relationships>
</file>

<file path=ppt/slides/_rels/slide41.xml.rels><?xml version="1.0" encoding="UTF-8" standalone="yes"?>
<Relationships xmlns="http://schemas.openxmlformats.org/package/2006/relationships"><Relationship Id="rId8" Type="http://schemas.microsoft.com/office/2007/relationships/hdphoto" Target="../media/hdphoto9.wdp"/><Relationship Id="rId3" Type="http://schemas.openxmlformats.org/officeDocument/2006/relationships/image" Target="../media/image23.png"/><Relationship Id="rId7" Type="http://schemas.openxmlformats.org/officeDocument/2006/relationships/image" Target="../media/image38.png"/><Relationship Id="rId12" Type="http://schemas.microsoft.com/office/2007/relationships/hdphoto" Target="../media/hdphoto7.wdp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11" Type="http://schemas.openxmlformats.org/officeDocument/2006/relationships/image" Target="../media/image30.png"/><Relationship Id="rId5" Type="http://schemas.openxmlformats.org/officeDocument/2006/relationships/image" Target="../media/image28.png"/><Relationship Id="rId10" Type="http://schemas.microsoft.com/office/2007/relationships/hdphoto" Target="../media/hdphoto1.wdp"/><Relationship Id="rId4" Type="http://schemas.openxmlformats.org/officeDocument/2006/relationships/image" Target="../media/image27.png"/><Relationship Id="rId9" Type="http://schemas.openxmlformats.org/officeDocument/2006/relationships/image" Target="../media/image3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3.mp3"/><Relationship Id="rId1" Type="http://schemas.microsoft.com/office/2007/relationships/media" Target="../media/media3.mp3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0.wdp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CAD85-5B8E-5719-D112-7918B3727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D9317E30-570C-30A2-3540-8C27306E1A75}"/>
              </a:ext>
            </a:extLst>
          </p:cNvPr>
          <p:cNvGrpSpPr/>
          <p:nvPr/>
        </p:nvGrpSpPr>
        <p:grpSpPr>
          <a:xfrm>
            <a:off x="5976503" y="4921616"/>
            <a:ext cx="6118515" cy="1936384"/>
            <a:chOff x="4389795" y="2397948"/>
            <a:chExt cx="6118515" cy="1936384"/>
          </a:xfrm>
        </p:grpSpPr>
        <p:grpSp>
          <p:nvGrpSpPr>
            <p:cNvPr id="2" name="グループ化 1">
              <a:extLst>
                <a:ext uri="{FF2B5EF4-FFF2-40B4-BE49-F238E27FC236}">
                  <a16:creationId xmlns:a16="http://schemas.microsoft.com/office/drawing/2014/main" id="{CB6E94B8-C12A-CE84-FC6D-968135403EE2}"/>
                </a:ext>
              </a:extLst>
            </p:cNvPr>
            <p:cNvGrpSpPr/>
            <p:nvPr/>
          </p:nvGrpSpPr>
          <p:grpSpPr>
            <a:xfrm>
              <a:off x="5171386" y="2397948"/>
              <a:ext cx="5336924" cy="1694685"/>
              <a:chOff x="5171386" y="2397948"/>
              <a:chExt cx="5336924" cy="1694685"/>
            </a:xfrm>
          </p:grpSpPr>
          <p:grpSp>
            <p:nvGrpSpPr>
              <p:cNvPr id="12" name="グループ化 11">
                <a:extLst>
                  <a:ext uri="{FF2B5EF4-FFF2-40B4-BE49-F238E27FC236}">
                    <a16:creationId xmlns:a16="http://schemas.microsoft.com/office/drawing/2014/main" id="{24917154-C9A1-0D11-70CD-0ADF3E4C00DE}"/>
                  </a:ext>
                </a:extLst>
              </p:cNvPr>
              <p:cNvGrpSpPr/>
              <p:nvPr/>
            </p:nvGrpSpPr>
            <p:grpSpPr>
              <a:xfrm>
                <a:off x="5171386" y="3323192"/>
                <a:ext cx="5336924" cy="769441"/>
                <a:chOff x="5221438" y="3323191"/>
                <a:chExt cx="5336924" cy="769441"/>
              </a:xfrm>
            </p:grpSpPr>
            <p:pic>
              <p:nvPicPr>
                <p:cNvPr id="10" name="図 9">
                  <a:extLst>
                    <a:ext uri="{FF2B5EF4-FFF2-40B4-BE49-F238E27FC236}">
                      <a16:creationId xmlns:a16="http://schemas.microsoft.com/office/drawing/2014/main" id="{126F6132-4F3A-B920-F8FC-ED75F4B5FFB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duotone>
                    <a:srgbClr val="4472C4">
                      <a:shade val="45000"/>
                      <a:satMod val="135000"/>
                    </a:srgbClr>
                    <a:prstClr val="white"/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2410" b="97590" l="3710" r="95645">
                              <a14:foregroundMark x1="36129" y1="33936" x2="36129" y2="33936"/>
                              <a14:foregroundMark x1="50645" y1="29920" x2="51290" y2="34538"/>
                              <a14:foregroundMark x1="50161" y1="6627" x2="49355" y2="6024"/>
                              <a14:foregroundMark x1="50161" y1="2410" x2="50161" y2="2410"/>
                              <a14:foregroundMark x1="3710" y1="96787" x2="3710" y2="96787"/>
                              <a14:foregroundMark x1="51935" y1="96988" x2="51935" y2="96988"/>
                              <a14:foregroundMark x1="72903" y1="97791" x2="72903" y2="97791"/>
                              <a14:foregroundMark x1="95645" y1="96988" x2="95645" y2="95984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221438" y="3343302"/>
                  <a:ext cx="748962" cy="601586"/>
                </a:xfrm>
                <a:prstGeom prst="rect">
                  <a:avLst/>
                </a:prstGeom>
              </p:spPr>
            </p:pic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54058691-F84F-CF7B-9D71-27DAEB8ADF48}"/>
                    </a:ext>
                  </a:extLst>
                </p:cNvPr>
                <p:cNvSpPr txBox="1"/>
                <p:nvPr/>
              </p:nvSpPr>
              <p:spPr>
                <a:xfrm>
                  <a:off x="5809152" y="3323191"/>
                  <a:ext cx="4749210" cy="7694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ja-JP" altLang="en-US" sz="4400" dirty="0">
                      <a:solidFill>
                        <a:schemeClr val="accent1"/>
                      </a:solidFill>
                      <a:latin typeface="J-イワタ学参新教科書体ProN E" panose="02020900000000000000" pitchFamily="18" charset="-128"/>
                      <a:ea typeface="J-イワタ学参新教科書体ProN E" panose="02020900000000000000" pitchFamily="18" charset="-128"/>
                    </a:rPr>
                    <a:t>考査村　</a:t>
                  </a:r>
                  <a:r>
                    <a:rPr kumimoji="1" lang="en-US" altLang="ja-JP" sz="3600" dirty="0">
                      <a:solidFill>
                        <a:schemeClr val="accent1"/>
                      </a:solidFill>
                      <a:latin typeface="J-イワタ学参新教科書体ProN E" panose="02020900000000000000" pitchFamily="18" charset="-128"/>
                      <a:ea typeface="J-イワタ学参新教科書体ProN E" panose="02020900000000000000" pitchFamily="18" charset="-128"/>
                    </a:rPr>
                    <a:t>V2</a:t>
                  </a:r>
                  <a:endParaRPr kumimoji="1" lang="ja-JP" altLang="en-US" sz="4400" dirty="0">
                    <a:solidFill>
                      <a:schemeClr val="accent1"/>
                    </a:solidFill>
                    <a:latin typeface="J-イワタ学参新教科書体ProN E" panose="02020900000000000000" pitchFamily="18" charset="-128"/>
                    <a:ea typeface="J-イワタ学参新教科書体ProN E" panose="02020900000000000000" pitchFamily="18" charset="-128"/>
                  </a:endParaRPr>
                </a:p>
              </p:txBody>
            </p:sp>
          </p:grpSp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1E47888C-6AA1-8D58-E1CE-31E31252D418}"/>
                  </a:ext>
                </a:extLst>
              </p:cNvPr>
              <p:cNvSpPr txBox="1"/>
              <p:nvPr/>
            </p:nvSpPr>
            <p:spPr>
              <a:xfrm>
                <a:off x="5240470" y="2397948"/>
                <a:ext cx="342138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kumimoji="1" lang="ja-JP" altLang="en-US" b="1" dirty="0">
                  <a:solidFill>
                    <a:schemeClr val="accent1"/>
                  </a:solidFill>
                </a:endParaRPr>
              </a:p>
            </p:txBody>
          </p:sp>
        </p:grp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3E50B6EA-4FED-8842-DDBD-BB66BC2EA44C}"/>
                </a:ext>
              </a:extLst>
            </p:cNvPr>
            <p:cNvSpPr txBox="1"/>
            <p:nvPr/>
          </p:nvSpPr>
          <p:spPr>
            <a:xfrm>
              <a:off x="4389795" y="3965000"/>
              <a:ext cx="51227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kumimoji="1" lang="ja-JP" altLang="en-US" b="1" dirty="0">
                <a:solidFill>
                  <a:schemeClr val="accent1"/>
                </a:solidFill>
              </a:endParaRPr>
            </a:p>
          </p:txBody>
        </p:sp>
      </p:grpSp>
      <p:pic>
        <p:nvPicPr>
          <p:cNvPr id="5" name="ロゴ">
            <a:hlinkClick r:id="" action="ppaction://media"/>
            <a:extLst>
              <a:ext uri="{FF2B5EF4-FFF2-40B4-BE49-F238E27FC236}">
                <a16:creationId xmlns:a16="http://schemas.microsoft.com/office/drawing/2014/main" id="{57F9D380-934C-E1A0-8CD3-3F112C720D74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end="5.8979"/>
                </p14:media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239825" y="1716174"/>
            <a:ext cx="609600" cy="6096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6AA62D5-0131-DD9C-A05A-231D2B7583B6}"/>
              </a:ext>
            </a:extLst>
          </p:cNvPr>
          <p:cNvSpPr/>
          <p:nvPr/>
        </p:nvSpPr>
        <p:spPr>
          <a:xfrm>
            <a:off x="0" y="3925718"/>
            <a:ext cx="12192000" cy="12549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C3F10F2-66E5-FED0-F174-628BB22C256B}"/>
              </a:ext>
            </a:extLst>
          </p:cNvPr>
          <p:cNvSpPr/>
          <p:nvPr/>
        </p:nvSpPr>
        <p:spPr>
          <a:xfrm>
            <a:off x="0" y="3925718"/>
            <a:ext cx="12192000" cy="1254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565C146-0C4F-4BEB-A184-4B1248C9EFDE}"/>
              </a:ext>
            </a:extLst>
          </p:cNvPr>
          <p:cNvSpPr txBox="1"/>
          <p:nvPr/>
        </p:nvSpPr>
        <p:spPr>
          <a:xfrm>
            <a:off x="1907074" y="2786745"/>
            <a:ext cx="8615445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4800" b="1" spc="50" dirty="0">
                <a:ln w="0"/>
                <a:solidFill>
                  <a:schemeClr val="bg2">
                    <a:lumMod val="50000"/>
                  </a:schemeClr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アップデートのお知らせ</a:t>
            </a:r>
            <a:endParaRPr kumimoji="1" lang="en-US" altLang="ja-JP" sz="4800" b="1" spc="50" dirty="0">
              <a:ln w="0"/>
              <a:solidFill>
                <a:schemeClr val="bg2">
                  <a:lumMod val="50000"/>
                </a:schemeClr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  <a:p>
            <a:pPr algn="ctr"/>
            <a:endParaRPr kumimoji="1" lang="en-US" altLang="ja-JP" sz="4800" b="1" spc="50" dirty="0">
              <a:ln w="0"/>
              <a:solidFill>
                <a:schemeClr val="bg2">
                  <a:lumMod val="50000"/>
                </a:schemeClr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  <a:p>
            <a:pPr algn="ctr"/>
            <a:r>
              <a:rPr kumimoji="1" lang="ja-JP" altLang="en-US" sz="2800" b="1" spc="50" dirty="0">
                <a:ln w="0"/>
                <a:solidFill>
                  <a:schemeClr val="bg1">
                    <a:lumMod val="65000"/>
                  </a:schemeClr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新機能の追加＆仕様変更の案内</a:t>
            </a:r>
            <a:endParaRPr kumimoji="1" lang="en-US" altLang="ja-JP" sz="6000" b="1" spc="50" dirty="0">
              <a:ln w="0"/>
              <a:solidFill>
                <a:schemeClr val="bg1">
                  <a:lumMod val="65000"/>
                </a:schemeClr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  <a:p>
            <a:pPr algn="ctr"/>
            <a:endParaRPr kumimoji="1" lang="ja-JP" altLang="en-US" sz="4800" b="1" spc="50" dirty="0">
              <a:ln w="0"/>
              <a:solidFill>
                <a:schemeClr val="bg2">
                  <a:lumMod val="50000"/>
                </a:schemeClr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611908154"/>
      </p:ext>
    </p:extLst>
  </p:cSld>
  <p:clrMapOvr>
    <a:masterClrMapping/>
  </p:clrMapOvr>
  <p:transition advTm="200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xit" presetSubtype="8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22" presetClass="exit" presetSubtype="8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numSld="999" showWhenStopped="0">
                <p:cTn id="2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  <p:bldLst>
      <p:bldP spid="4" grpId="0" animBg="1"/>
      <p:bldP spid="4" grpId="1" animBg="1"/>
      <p:bldP spid="6" grpId="0" animBg="1"/>
      <p:bldP spid="6" grpId="1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安全ビデオ">
            <a:hlinkClick r:id="" action="ppaction://media"/>
            <a:extLst>
              <a:ext uri="{FF2B5EF4-FFF2-40B4-BE49-F238E27FC236}">
                <a16:creationId xmlns:a16="http://schemas.microsoft.com/office/drawing/2014/main" id="{9E4BEC93-518A-4027-9F15-D971BE249939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end="0.7913"/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231765" y="5960862"/>
            <a:ext cx="609600" cy="609600"/>
          </a:xfrm>
          <a:prstGeom prst="rect">
            <a:avLst/>
          </a:prstGeom>
        </p:spPr>
      </p:pic>
      <p:sp>
        <p:nvSpPr>
          <p:cNvPr id="19" name="矢印: 五方向 18">
            <a:extLst>
              <a:ext uri="{FF2B5EF4-FFF2-40B4-BE49-F238E27FC236}">
                <a16:creationId xmlns:a16="http://schemas.microsoft.com/office/drawing/2014/main" id="{1832BE14-068B-0D91-7824-4C786D25B9BA}"/>
              </a:ext>
            </a:extLst>
          </p:cNvPr>
          <p:cNvSpPr/>
          <p:nvPr/>
        </p:nvSpPr>
        <p:spPr>
          <a:xfrm>
            <a:off x="8592000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お願い</a:t>
            </a:r>
          </a:p>
        </p:txBody>
      </p:sp>
      <p:sp>
        <p:nvSpPr>
          <p:cNvPr id="18" name="矢印: 五方向 17">
            <a:extLst>
              <a:ext uri="{FF2B5EF4-FFF2-40B4-BE49-F238E27FC236}">
                <a16:creationId xmlns:a16="http://schemas.microsoft.com/office/drawing/2014/main" id="{629283A4-83F1-495C-BEA9-B6D82DDCFEEF}"/>
              </a:ext>
            </a:extLst>
          </p:cNvPr>
          <p:cNvSpPr/>
          <p:nvPr/>
        </p:nvSpPr>
        <p:spPr>
          <a:xfrm>
            <a:off x="5727999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 編集・削除機能</a:t>
            </a:r>
          </a:p>
        </p:txBody>
      </p:sp>
      <p:sp>
        <p:nvSpPr>
          <p:cNvPr id="17" name="矢印: 五方向 16">
            <a:extLst>
              <a:ext uri="{FF2B5EF4-FFF2-40B4-BE49-F238E27FC236}">
                <a16:creationId xmlns:a16="http://schemas.microsoft.com/office/drawing/2014/main" id="{5AB80859-4A2E-51B2-7D70-C00BC89AA1D0}"/>
              </a:ext>
            </a:extLst>
          </p:cNvPr>
          <p:cNvSpPr/>
          <p:nvPr/>
        </p:nvSpPr>
        <p:spPr>
          <a:xfrm>
            <a:off x="2863999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　投稿後の報酬について</a:t>
            </a:r>
          </a:p>
        </p:txBody>
      </p:sp>
      <p:sp>
        <p:nvSpPr>
          <p:cNvPr id="16" name="矢印: 五方向 15">
            <a:extLst>
              <a:ext uri="{FF2B5EF4-FFF2-40B4-BE49-F238E27FC236}">
                <a16:creationId xmlns:a16="http://schemas.microsoft.com/office/drawing/2014/main" id="{8E380475-99A9-79BF-BAE0-D22EC350B9B4}"/>
              </a:ext>
            </a:extLst>
          </p:cNvPr>
          <p:cNvSpPr/>
          <p:nvPr/>
        </p:nvSpPr>
        <p:spPr>
          <a:xfrm>
            <a:off x="-1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考査一覧画面について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A211147E-D108-C18F-1665-F79216830EB9}"/>
              </a:ext>
            </a:extLst>
          </p:cNvPr>
          <p:cNvSpPr txBox="1"/>
          <p:nvPr/>
        </p:nvSpPr>
        <p:spPr>
          <a:xfrm>
            <a:off x="649767" y="1869696"/>
            <a:ext cx="11110524" cy="39087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新しいページ </a:t>
            </a:r>
            <a:r>
              <a:rPr kumimoji="1" lang="ja-JP" altLang="en-US" sz="6000" b="1" dirty="0">
                <a:solidFill>
                  <a:schemeClr val="bg2">
                    <a:lumMod val="7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「考査一覧」</a:t>
            </a:r>
            <a:r>
              <a:rPr kumimoji="1" lang="ja-JP" altLang="en-US" sz="60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</a:t>
            </a:r>
            <a:r>
              <a:rPr kumimoji="1" lang="ja-JP" altLang="en-US" sz="36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を追加しました。</a:t>
            </a:r>
            <a:endParaRPr kumimoji="1" lang="en-US" altLang="ja-JP" sz="36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endParaRPr kumimoji="1" lang="en-US" altLang="ja-JP" sz="36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endParaRPr kumimoji="1" lang="en-US" altLang="ja-JP" sz="36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sz="28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この画面を使用すると、従来よりも、</a:t>
            </a:r>
            <a:endParaRPr kumimoji="1" lang="en-US" altLang="ja-JP" sz="28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endParaRPr kumimoji="1" lang="en-US" altLang="ja-JP" sz="36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ja-JP" altLang="en-US" sz="28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考査問題の</a:t>
            </a:r>
            <a:r>
              <a:rPr kumimoji="1" lang="ja-JP" altLang="en-US" sz="4400" b="1" dirty="0">
                <a:solidFill>
                  <a:schemeClr val="bg2">
                    <a:lumMod val="7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閲覧・投稿をスムーズに</a:t>
            </a:r>
            <a:r>
              <a:rPr kumimoji="1" lang="ja-JP" altLang="en-US" sz="28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行えます。</a:t>
            </a:r>
            <a:endParaRPr kumimoji="1" lang="ja-JP" altLang="en-US" sz="3600" b="1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359972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5000">
        <p:fade/>
      </p:transition>
    </mc:Choice>
    <mc:Fallback>
      <p:transition spd="med" advTm="5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5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矢印: 五方向 18">
            <a:extLst>
              <a:ext uri="{FF2B5EF4-FFF2-40B4-BE49-F238E27FC236}">
                <a16:creationId xmlns:a16="http://schemas.microsoft.com/office/drawing/2014/main" id="{1832BE14-068B-0D91-7824-4C786D25B9BA}"/>
              </a:ext>
            </a:extLst>
          </p:cNvPr>
          <p:cNvSpPr/>
          <p:nvPr/>
        </p:nvSpPr>
        <p:spPr>
          <a:xfrm>
            <a:off x="8592000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お願い</a:t>
            </a:r>
          </a:p>
        </p:txBody>
      </p:sp>
      <p:sp>
        <p:nvSpPr>
          <p:cNvPr id="18" name="矢印: 五方向 17">
            <a:extLst>
              <a:ext uri="{FF2B5EF4-FFF2-40B4-BE49-F238E27FC236}">
                <a16:creationId xmlns:a16="http://schemas.microsoft.com/office/drawing/2014/main" id="{629283A4-83F1-495C-BEA9-B6D82DDCFEEF}"/>
              </a:ext>
            </a:extLst>
          </p:cNvPr>
          <p:cNvSpPr/>
          <p:nvPr/>
        </p:nvSpPr>
        <p:spPr>
          <a:xfrm>
            <a:off x="5727999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 編集・削除機能</a:t>
            </a:r>
          </a:p>
        </p:txBody>
      </p:sp>
      <p:sp>
        <p:nvSpPr>
          <p:cNvPr id="17" name="矢印: 五方向 16">
            <a:extLst>
              <a:ext uri="{FF2B5EF4-FFF2-40B4-BE49-F238E27FC236}">
                <a16:creationId xmlns:a16="http://schemas.microsoft.com/office/drawing/2014/main" id="{5AB80859-4A2E-51B2-7D70-C00BC89AA1D0}"/>
              </a:ext>
            </a:extLst>
          </p:cNvPr>
          <p:cNvSpPr/>
          <p:nvPr/>
        </p:nvSpPr>
        <p:spPr>
          <a:xfrm>
            <a:off x="2863999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　投稿後の報酬について</a:t>
            </a:r>
          </a:p>
        </p:txBody>
      </p:sp>
      <p:sp>
        <p:nvSpPr>
          <p:cNvPr id="16" name="矢印: 五方向 15">
            <a:extLst>
              <a:ext uri="{FF2B5EF4-FFF2-40B4-BE49-F238E27FC236}">
                <a16:creationId xmlns:a16="http://schemas.microsoft.com/office/drawing/2014/main" id="{8E380475-99A9-79BF-BAE0-D22EC350B9B4}"/>
              </a:ext>
            </a:extLst>
          </p:cNvPr>
          <p:cNvSpPr/>
          <p:nvPr/>
        </p:nvSpPr>
        <p:spPr>
          <a:xfrm>
            <a:off x="-1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考査一覧画面について</a:t>
            </a:r>
          </a:p>
        </p:txBody>
      </p:sp>
      <p:pic>
        <p:nvPicPr>
          <p:cNvPr id="25" name="図 24" descr="グラフィカル ユーザー インターフェイス, テキスト, アプリケーション">
            <a:extLst>
              <a:ext uri="{FF2B5EF4-FFF2-40B4-BE49-F238E27FC236}">
                <a16:creationId xmlns:a16="http://schemas.microsoft.com/office/drawing/2014/main" id="{14C76AA1-EC7D-4372-CC25-42294FAD8C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440" y="2061850"/>
            <a:ext cx="7260850" cy="3312790"/>
          </a:xfrm>
          <a:prstGeom prst="rect">
            <a:avLst/>
          </a:prstGeom>
        </p:spPr>
      </p:pic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DC5FBEFA-8ED6-159E-6295-1ED58DD04B27}"/>
              </a:ext>
            </a:extLst>
          </p:cNvPr>
          <p:cNvCxnSpPr>
            <a:cxnSpLocks/>
          </p:cNvCxnSpPr>
          <p:nvPr/>
        </p:nvCxnSpPr>
        <p:spPr>
          <a:xfrm flipH="1" flipV="1">
            <a:off x="2280920" y="2644877"/>
            <a:ext cx="213360" cy="110236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94730139-FD3A-FB17-9726-3B68A3464311}"/>
              </a:ext>
            </a:extLst>
          </p:cNvPr>
          <p:cNvCxnSpPr>
            <a:cxnSpLocks/>
          </p:cNvCxnSpPr>
          <p:nvPr/>
        </p:nvCxnSpPr>
        <p:spPr>
          <a:xfrm flipH="1">
            <a:off x="5251200" y="3718244"/>
            <a:ext cx="680720" cy="88392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EF47707-0AB5-393E-BABF-938263B14B55}"/>
              </a:ext>
            </a:extLst>
          </p:cNvPr>
          <p:cNvSpPr/>
          <p:nvPr/>
        </p:nvSpPr>
        <p:spPr>
          <a:xfrm>
            <a:off x="1940560" y="2326640"/>
            <a:ext cx="680720" cy="318237"/>
          </a:xfrm>
          <a:prstGeom prst="rect">
            <a:avLst/>
          </a:prstGeom>
          <a:noFill/>
          <a:ln>
            <a:solidFill>
              <a:srgbClr val="E8202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3" name="図 32" descr="グラフィカル ユーザー インターフェイス, アプリケーション">
            <a:extLst>
              <a:ext uri="{FF2B5EF4-FFF2-40B4-BE49-F238E27FC236}">
                <a16:creationId xmlns:a16="http://schemas.microsoft.com/office/drawing/2014/main" id="{B1D60824-55EE-9A09-963C-5BE73B7D843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5154"/>
          <a:stretch>
            <a:fillRect/>
          </a:stretch>
        </p:blipFill>
        <p:spPr>
          <a:xfrm>
            <a:off x="8320258" y="889581"/>
            <a:ext cx="2697023" cy="4800019"/>
          </a:xfrm>
          <a:prstGeom prst="rect">
            <a:avLst/>
          </a:prstGeom>
        </p:spPr>
      </p:pic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07CC792F-EC49-2D72-53AB-5BE9B0556449}"/>
              </a:ext>
            </a:extLst>
          </p:cNvPr>
          <p:cNvCxnSpPr>
            <a:cxnSpLocks/>
          </p:cNvCxnSpPr>
          <p:nvPr/>
        </p:nvCxnSpPr>
        <p:spPr>
          <a:xfrm flipH="1">
            <a:off x="10642375" y="2644877"/>
            <a:ext cx="859644" cy="44196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87BF1DED-110B-ECD5-F849-C6345DE05093}"/>
              </a:ext>
            </a:extLst>
          </p:cNvPr>
          <p:cNvSpPr txBox="1"/>
          <p:nvPr/>
        </p:nvSpPr>
        <p:spPr>
          <a:xfrm>
            <a:off x="451556" y="5836356"/>
            <a:ext cx="109615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　　　　　　　  デスクトップ版 　　　　　　　　　　　　　モバイル版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3F4A8F7F-DAFC-7DEA-40E4-B68E0C990DEB}"/>
              </a:ext>
            </a:extLst>
          </p:cNvPr>
          <p:cNvSpPr txBox="1"/>
          <p:nvPr/>
        </p:nvSpPr>
        <p:spPr>
          <a:xfrm>
            <a:off x="192442" y="889581"/>
            <a:ext cx="7566845" cy="10772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ja-JP" altLang="en-US" sz="3200" b="1" dirty="0"/>
              <a:t>「考査一覧」画面の利用で、</a:t>
            </a:r>
            <a:endParaRPr kumimoji="1" lang="en-US" altLang="ja-JP" sz="3200" b="1" dirty="0"/>
          </a:p>
          <a:p>
            <a:pPr algn="ctr"/>
            <a:r>
              <a:rPr kumimoji="1" lang="ja-JP" altLang="en-US" sz="3200" b="1" dirty="0"/>
              <a:t>投稿・検索をスムーズに行えます</a:t>
            </a:r>
            <a:endParaRPr kumimoji="1" lang="en-US" altLang="ja-JP" sz="3200" b="1" dirty="0"/>
          </a:p>
        </p:txBody>
      </p:sp>
    </p:spTree>
    <p:extLst>
      <p:ext uri="{BB962C8B-B14F-4D97-AF65-F5344CB8AC3E}">
        <p14:creationId xmlns:p14="http://schemas.microsoft.com/office/powerpoint/2010/main" val="25499871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6000">
        <p:fade/>
      </p:transition>
    </mc:Choice>
    <mc:Fallback>
      <p:transition spd="med" advTm="60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矢印: 五方向 18">
            <a:extLst>
              <a:ext uri="{FF2B5EF4-FFF2-40B4-BE49-F238E27FC236}">
                <a16:creationId xmlns:a16="http://schemas.microsoft.com/office/drawing/2014/main" id="{1832BE14-068B-0D91-7824-4C786D25B9BA}"/>
              </a:ext>
            </a:extLst>
          </p:cNvPr>
          <p:cNvSpPr/>
          <p:nvPr/>
        </p:nvSpPr>
        <p:spPr>
          <a:xfrm>
            <a:off x="8592000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お願い</a:t>
            </a:r>
          </a:p>
        </p:txBody>
      </p:sp>
      <p:sp>
        <p:nvSpPr>
          <p:cNvPr id="18" name="矢印: 五方向 17">
            <a:extLst>
              <a:ext uri="{FF2B5EF4-FFF2-40B4-BE49-F238E27FC236}">
                <a16:creationId xmlns:a16="http://schemas.microsoft.com/office/drawing/2014/main" id="{629283A4-83F1-495C-BEA9-B6D82DDCFEEF}"/>
              </a:ext>
            </a:extLst>
          </p:cNvPr>
          <p:cNvSpPr/>
          <p:nvPr/>
        </p:nvSpPr>
        <p:spPr>
          <a:xfrm>
            <a:off x="5727999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 編集・削除機能</a:t>
            </a:r>
          </a:p>
        </p:txBody>
      </p:sp>
      <p:sp>
        <p:nvSpPr>
          <p:cNvPr id="17" name="矢印: 五方向 16">
            <a:extLst>
              <a:ext uri="{FF2B5EF4-FFF2-40B4-BE49-F238E27FC236}">
                <a16:creationId xmlns:a16="http://schemas.microsoft.com/office/drawing/2014/main" id="{5AB80859-4A2E-51B2-7D70-C00BC89AA1D0}"/>
              </a:ext>
            </a:extLst>
          </p:cNvPr>
          <p:cNvSpPr/>
          <p:nvPr/>
        </p:nvSpPr>
        <p:spPr>
          <a:xfrm>
            <a:off x="2863999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　投稿後の報酬について</a:t>
            </a:r>
          </a:p>
        </p:txBody>
      </p:sp>
      <p:sp>
        <p:nvSpPr>
          <p:cNvPr id="16" name="矢印: 五方向 15">
            <a:extLst>
              <a:ext uri="{FF2B5EF4-FFF2-40B4-BE49-F238E27FC236}">
                <a16:creationId xmlns:a16="http://schemas.microsoft.com/office/drawing/2014/main" id="{8E380475-99A9-79BF-BAE0-D22EC350B9B4}"/>
              </a:ext>
            </a:extLst>
          </p:cNvPr>
          <p:cNvSpPr/>
          <p:nvPr/>
        </p:nvSpPr>
        <p:spPr>
          <a:xfrm>
            <a:off x="-1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考査一覧画面について</a:t>
            </a:r>
          </a:p>
        </p:txBody>
      </p:sp>
      <p:pic>
        <p:nvPicPr>
          <p:cNvPr id="3" name="図 2" descr="コンピューターのスクリーンショット">
            <a:extLst>
              <a:ext uri="{FF2B5EF4-FFF2-40B4-BE49-F238E27FC236}">
                <a16:creationId xmlns:a16="http://schemas.microsoft.com/office/drawing/2014/main" id="{D3896635-2358-FB5C-6A17-33D7E20C85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553" y="1084046"/>
            <a:ext cx="9968089" cy="5371207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AA5B9C9-0D3F-6A62-8659-0C5DE5C3B274}"/>
              </a:ext>
            </a:extLst>
          </p:cNvPr>
          <p:cNvSpPr/>
          <p:nvPr/>
        </p:nvSpPr>
        <p:spPr>
          <a:xfrm>
            <a:off x="959554" y="2242106"/>
            <a:ext cx="9968089" cy="394414"/>
          </a:xfrm>
          <a:prstGeom prst="rect">
            <a:avLst/>
          </a:prstGeom>
          <a:noFill/>
          <a:ln>
            <a:solidFill>
              <a:srgbClr val="E8202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吹き出し: 線 5">
            <a:extLst>
              <a:ext uri="{FF2B5EF4-FFF2-40B4-BE49-F238E27FC236}">
                <a16:creationId xmlns:a16="http://schemas.microsoft.com/office/drawing/2014/main" id="{E9D91013-8059-EC9D-8761-26AA58AD14D8}"/>
              </a:ext>
            </a:extLst>
          </p:cNvPr>
          <p:cNvSpPr/>
          <p:nvPr/>
        </p:nvSpPr>
        <p:spPr>
          <a:xfrm>
            <a:off x="3055089" y="2432956"/>
            <a:ext cx="4857030" cy="1276563"/>
          </a:xfrm>
          <a:prstGeom prst="borderCallout1">
            <a:avLst>
              <a:gd name="adj1" fmla="val 50783"/>
              <a:gd name="adj2" fmla="val 100500"/>
              <a:gd name="adj3" fmla="val 13029"/>
              <a:gd name="adj4" fmla="val 10751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3200" b="1" dirty="0"/>
              <a:t>クリックで開閉</a:t>
            </a:r>
            <a:endParaRPr kumimoji="1" lang="en-US" altLang="ja-JP" sz="3200" b="1" dirty="0"/>
          </a:p>
          <a:p>
            <a:pPr algn="ctr"/>
            <a:r>
              <a:rPr kumimoji="1" lang="ja-JP" altLang="en-US" sz="3200" b="1" dirty="0"/>
              <a:t>（年度切り替え）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C58ACDF-FB8D-6C1D-7976-FB0CB5FED1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55000" r="9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>
            <a:fillRect/>
          </a:stretch>
        </p:blipFill>
        <p:spPr>
          <a:xfrm rot="17222148" flipH="1">
            <a:off x="8385034" y="1108100"/>
            <a:ext cx="1332614" cy="1974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4665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5000">
        <p:fade/>
      </p:transition>
    </mc:Choice>
    <mc:Fallback>
      <p:transition spd="med" advTm="5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矢印: 五方向 18">
            <a:extLst>
              <a:ext uri="{FF2B5EF4-FFF2-40B4-BE49-F238E27FC236}">
                <a16:creationId xmlns:a16="http://schemas.microsoft.com/office/drawing/2014/main" id="{1832BE14-068B-0D91-7824-4C786D25B9BA}"/>
              </a:ext>
            </a:extLst>
          </p:cNvPr>
          <p:cNvSpPr/>
          <p:nvPr/>
        </p:nvSpPr>
        <p:spPr>
          <a:xfrm>
            <a:off x="8592000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お願い</a:t>
            </a:r>
          </a:p>
        </p:txBody>
      </p:sp>
      <p:sp>
        <p:nvSpPr>
          <p:cNvPr id="18" name="矢印: 五方向 17">
            <a:extLst>
              <a:ext uri="{FF2B5EF4-FFF2-40B4-BE49-F238E27FC236}">
                <a16:creationId xmlns:a16="http://schemas.microsoft.com/office/drawing/2014/main" id="{629283A4-83F1-495C-BEA9-B6D82DDCFEEF}"/>
              </a:ext>
            </a:extLst>
          </p:cNvPr>
          <p:cNvSpPr/>
          <p:nvPr/>
        </p:nvSpPr>
        <p:spPr>
          <a:xfrm>
            <a:off x="5727999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 編集・削除機能</a:t>
            </a:r>
          </a:p>
        </p:txBody>
      </p:sp>
      <p:sp>
        <p:nvSpPr>
          <p:cNvPr id="17" name="矢印: 五方向 16">
            <a:extLst>
              <a:ext uri="{FF2B5EF4-FFF2-40B4-BE49-F238E27FC236}">
                <a16:creationId xmlns:a16="http://schemas.microsoft.com/office/drawing/2014/main" id="{5AB80859-4A2E-51B2-7D70-C00BC89AA1D0}"/>
              </a:ext>
            </a:extLst>
          </p:cNvPr>
          <p:cNvSpPr/>
          <p:nvPr/>
        </p:nvSpPr>
        <p:spPr>
          <a:xfrm>
            <a:off x="2863999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　投稿後の報酬について</a:t>
            </a:r>
          </a:p>
        </p:txBody>
      </p:sp>
      <p:sp>
        <p:nvSpPr>
          <p:cNvPr id="16" name="矢印: 五方向 15">
            <a:extLst>
              <a:ext uri="{FF2B5EF4-FFF2-40B4-BE49-F238E27FC236}">
                <a16:creationId xmlns:a16="http://schemas.microsoft.com/office/drawing/2014/main" id="{8E380475-99A9-79BF-BAE0-D22EC350B9B4}"/>
              </a:ext>
            </a:extLst>
          </p:cNvPr>
          <p:cNvSpPr/>
          <p:nvPr/>
        </p:nvSpPr>
        <p:spPr>
          <a:xfrm>
            <a:off x="-1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考査一覧画面について</a:t>
            </a:r>
          </a:p>
        </p:txBody>
      </p:sp>
      <p:pic>
        <p:nvPicPr>
          <p:cNvPr id="4" name="図 3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CFE02F12-3179-CC70-6952-35EB5958DF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675" y="1382473"/>
            <a:ext cx="5077534" cy="3810532"/>
          </a:xfrm>
          <a:prstGeom prst="rect">
            <a:avLst/>
          </a:prstGeom>
        </p:spPr>
      </p:pic>
      <p:pic>
        <p:nvPicPr>
          <p:cNvPr id="8" name="図 7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13117FC-FE00-E096-AA9B-A0E675D1C7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7999" y="1288502"/>
            <a:ext cx="5744676" cy="3893364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885B93E-FFDF-AE45-AF96-B30A09BA453F}"/>
              </a:ext>
            </a:extLst>
          </p:cNvPr>
          <p:cNvSpPr/>
          <p:nvPr/>
        </p:nvSpPr>
        <p:spPr>
          <a:xfrm>
            <a:off x="6100779" y="1382473"/>
            <a:ext cx="1282243" cy="715080"/>
          </a:xfrm>
          <a:prstGeom prst="rect">
            <a:avLst/>
          </a:prstGeom>
          <a:noFill/>
          <a:ln>
            <a:solidFill>
              <a:srgbClr val="E8202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B4783A8D-4768-EA4C-55C1-D2D572422A5A}"/>
              </a:ext>
            </a:extLst>
          </p:cNvPr>
          <p:cNvSpPr txBox="1"/>
          <p:nvPr/>
        </p:nvSpPr>
        <p:spPr>
          <a:xfrm>
            <a:off x="746760" y="5395627"/>
            <a:ext cx="1048500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800" dirty="0">
                <a:solidFill>
                  <a:schemeClr val="bg2">
                    <a:lumMod val="75000"/>
                  </a:schemeClr>
                </a:solidFill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マス</a:t>
            </a:r>
            <a:r>
              <a:rPr kumimoji="1" lang="ja-JP" altLang="en-US" sz="28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を押すと</a:t>
            </a:r>
            <a:r>
              <a:rPr kumimoji="1" lang="ja-JP" altLang="en-US" sz="4800" dirty="0">
                <a:solidFill>
                  <a:schemeClr val="bg2">
                    <a:lumMod val="75000"/>
                  </a:schemeClr>
                </a:solidFill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メニュー</a:t>
            </a:r>
            <a:r>
              <a:rPr kumimoji="1" lang="ja-JP" altLang="en-US" sz="28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が出ます</a:t>
            </a:r>
            <a:endParaRPr kumimoji="1" lang="en-US" altLang="ja-JP" sz="3200" dirty="0">
              <a:latin typeface="AR P丸ゴシック体E" panose="020F0900000000000000" pitchFamily="50" charset="-128"/>
              <a:ea typeface="AR P丸ゴシック体E" panose="020F0900000000000000" pitchFamily="50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2028418-5329-81E1-B456-9556A0176F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55000" r="9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>
            <a:fillRect/>
          </a:stretch>
        </p:blipFill>
        <p:spPr>
          <a:xfrm rot="16741245" flipH="1">
            <a:off x="7205101" y="457697"/>
            <a:ext cx="1332614" cy="1974676"/>
          </a:xfrm>
          <a:prstGeom prst="rect">
            <a:avLst/>
          </a:prstGeom>
        </p:spPr>
      </p:pic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81F68745-14C8-4829-6D66-63AAE5D96C4E}"/>
              </a:ext>
            </a:extLst>
          </p:cNvPr>
          <p:cNvSpPr/>
          <p:nvPr/>
        </p:nvSpPr>
        <p:spPr>
          <a:xfrm>
            <a:off x="283015" y="2437210"/>
            <a:ext cx="1175650" cy="3137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kumimoji="1" lang="ja-JP" altLang="en-US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CE99A04-B9E6-B15B-41AF-8FD90134AC23}"/>
              </a:ext>
            </a:extLst>
          </p:cNvPr>
          <p:cNvSpPr/>
          <p:nvPr/>
        </p:nvSpPr>
        <p:spPr>
          <a:xfrm>
            <a:off x="7383022" y="2130347"/>
            <a:ext cx="3696104" cy="2699266"/>
          </a:xfrm>
          <a:prstGeom prst="rect">
            <a:avLst/>
          </a:prstGeom>
          <a:noFill/>
          <a:ln>
            <a:solidFill>
              <a:srgbClr val="E8202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8D3CAB8D-CF8F-C5A3-1029-80C874FDC8DD}"/>
              </a:ext>
            </a:extLst>
          </p:cNvPr>
          <p:cNvSpPr/>
          <p:nvPr/>
        </p:nvSpPr>
        <p:spPr>
          <a:xfrm>
            <a:off x="5032744" y="2257908"/>
            <a:ext cx="522227" cy="3137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175022C-AE27-DEA6-AF90-4E5E71880689}"/>
              </a:ext>
            </a:extLst>
          </p:cNvPr>
          <p:cNvSpPr/>
          <p:nvPr/>
        </p:nvSpPr>
        <p:spPr>
          <a:xfrm>
            <a:off x="1458663" y="2345514"/>
            <a:ext cx="3644965" cy="2624287"/>
          </a:xfrm>
          <a:prstGeom prst="rect">
            <a:avLst/>
          </a:prstGeom>
          <a:noFill/>
          <a:ln>
            <a:solidFill>
              <a:srgbClr val="E8202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1E10A78F-633D-523F-B76C-2B75E444A0F7}"/>
              </a:ext>
            </a:extLst>
          </p:cNvPr>
          <p:cNvSpPr/>
          <p:nvPr/>
        </p:nvSpPr>
        <p:spPr>
          <a:xfrm>
            <a:off x="339889" y="5002595"/>
            <a:ext cx="5274310" cy="3930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C5E8D957-ABE5-9EAC-50A2-BBC2D87E1B3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>
                        <a14:foregroundMark x1="14015" y1="39222" x2="21168" y2="58982"/>
                        <a14:foregroundMark x1="21168" y1="58982" x2="19270" y2="59880"/>
                        <a14:foregroundMark x1="41460" y1="37126" x2="37664" y2="42216"/>
                        <a14:foregroundMark x1="84526" y1="53593" x2="80146" y2="52695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8010143">
            <a:off x="4607991" y="4855982"/>
            <a:ext cx="1001801" cy="488469"/>
          </a:xfrm>
          <a:prstGeom prst="rect">
            <a:avLst/>
          </a:prstGeom>
        </p:spPr>
      </p:pic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13711B93-F6DA-D972-66C7-C5793D449DCD}"/>
              </a:ext>
            </a:extLst>
          </p:cNvPr>
          <p:cNvSpPr/>
          <p:nvPr/>
        </p:nvSpPr>
        <p:spPr>
          <a:xfrm>
            <a:off x="11090308" y="2028387"/>
            <a:ext cx="522227" cy="31939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EED127D5-C675-9423-B6E5-0BB2A515BCA6}"/>
              </a:ext>
            </a:extLst>
          </p:cNvPr>
          <p:cNvSpPr/>
          <p:nvPr/>
        </p:nvSpPr>
        <p:spPr>
          <a:xfrm>
            <a:off x="5547883" y="4869826"/>
            <a:ext cx="6130968" cy="3525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3" name="図 22">
            <a:extLst>
              <a:ext uri="{FF2B5EF4-FFF2-40B4-BE49-F238E27FC236}">
                <a16:creationId xmlns:a16="http://schemas.microsoft.com/office/drawing/2014/main" id="{D597EBBB-E4C9-BA4D-F4C8-B333318CDB9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>
                        <a14:foregroundMark x1="14015" y1="39222" x2="21168" y2="58982"/>
                        <a14:foregroundMark x1="21168" y1="58982" x2="19270" y2="59880"/>
                        <a14:foregroundMark x1="41460" y1="37126" x2="37664" y2="42216"/>
                        <a14:foregroundMark x1="84526" y1="53593" x2="80146" y2="52695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8010143">
            <a:off x="10672643" y="4682721"/>
            <a:ext cx="1001801" cy="488469"/>
          </a:xfrm>
          <a:prstGeom prst="rect">
            <a:avLst/>
          </a:prstGeom>
        </p:spPr>
      </p:pic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26944499-EC75-8B61-4D86-BA16C60149F9}"/>
              </a:ext>
            </a:extLst>
          </p:cNvPr>
          <p:cNvSpPr/>
          <p:nvPr/>
        </p:nvSpPr>
        <p:spPr>
          <a:xfrm>
            <a:off x="5637947" y="2225115"/>
            <a:ext cx="1705641" cy="3137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kumimoji="1" lang="ja-JP" altLang="en-US" dirty="0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DAB6B50C-DDFC-E380-C05E-252C17ECCE63}"/>
              </a:ext>
            </a:extLst>
          </p:cNvPr>
          <p:cNvSpPr/>
          <p:nvPr/>
        </p:nvSpPr>
        <p:spPr>
          <a:xfrm>
            <a:off x="1439538" y="2326225"/>
            <a:ext cx="4178205" cy="32086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AA5B9C9-0D3F-6A62-8659-0C5DE5C3B274}"/>
              </a:ext>
            </a:extLst>
          </p:cNvPr>
          <p:cNvSpPr/>
          <p:nvPr/>
        </p:nvSpPr>
        <p:spPr>
          <a:xfrm>
            <a:off x="501210" y="1664994"/>
            <a:ext cx="1189285" cy="680521"/>
          </a:xfrm>
          <a:prstGeom prst="rect">
            <a:avLst/>
          </a:prstGeom>
          <a:noFill/>
          <a:ln>
            <a:solidFill>
              <a:srgbClr val="E8202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ACE9857E-3177-63FE-2D94-A3375AF3CF05}"/>
              </a:ext>
            </a:extLst>
          </p:cNvPr>
          <p:cNvSpPr/>
          <p:nvPr/>
        </p:nvSpPr>
        <p:spPr>
          <a:xfrm>
            <a:off x="7291966" y="2110352"/>
            <a:ext cx="4367200" cy="32324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620B380-5F24-832B-8144-D3256F2C835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55000" r="9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>
            <a:fillRect/>
          </a:stretch>
        </p:blipFill>
        <p:spPr>
          <a:xfrm rot="16741245" flipH="1">
            <a:off x="1349728" y="528908"/>
            <a:ext cx="1332614" cy="1974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3195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250"/>
                            </p:stCondLst>
                            <p:childTnLst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750"/>
                            </p:stCondLst>
                            <p:childTnLst>
                              <p:par>
                                <p:cTn id="13" presetID="22" presetClass="entr" presetSubtype="2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250"/>
                            </p:stCondLst>
                            <p:childTnLst>
                              <p:par>
                                <p:cTn id="1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矢印: 五方向 18">
            <a:extLst>
              <a:ext uri="{FF2B5EF4-FFF2-40B4-BE49-F238E27FC236}">
                <a16:creationId xmlns:a16="http://schemas.microsoft.com/office/drawing/2014/main" id="{1832BE14-068B-0D91-7824-4C786D25B9BA}"/>
              </a:ext>
            </a:extLst>
          </p:cNvPr>
          <p:cNvSpPr/>
          <p:nvPr/>
        </p:nvSpPr>
        <p:spPr>
          <a:xfrm>
            <a:off x="8592000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お願い</a:t>
            </a:r>
          </a:p>
        </p:txBody>
      </p:sp>
      <p:sp>
        <p:nvSpPr>
          <p:cNvPr id="18" name="矢印: 五方向 17">
            <a:extLst>
              <a:ext uri="{FF2B5EF4-FFF2-40B4-BE49-F238E27FC236}">
                <a16:creationId xmlns:a16="http://schemas.microsoft.com/office/drawing/2014/main" id="{629283A4-83F1-495C-BEA9-B6D82DDCFEEF}"/>
              </a:ext>
            </a:extLst>
          </p:cNvPr>
          <p:cNvSpPr/>
          <p:nvPr/>
        </p:nvSpPr>
        <p:spPr>
          <a:xfrm>
            <a:off x="5727999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 編集・削除機能</a:t>
            </a:r>
          </a:p>
        </p:txBody>
      </p:sp>
      <p:sp>
        <p:nvSpPr>
          <p:cNvPr id="17" name="矢印: 五方向 16">
            <a:extLst>
              <a:ext uri="{FF2B5EF4-FFF2-40B4-BE49-F238E27FC236}">
                <a16:creationId xmlns:a16="http://schemas.microsoft.com/office/drawing/2014/main" id="{5AB80859-4A2E-51B2-7D70-C00BC89AA1D0}"/>
              </a:ext>
            </a:extLst>
          </p:cNvPr>
          <p:cNvSpPr/>
          <p:nvPr/>
        </p:nvSpPr>
        <p:spPr>
          <a:xfrm>
            <a:off x="2863999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　投稿後の報酬について</a:t>
            </a:r>
          </a:p>
        </p:txBody>
      </p:sp>
      <p:sp>
        <p:nvSpPr>
          <p:cNvPr id="16" name="矢印: 五方向 15">
            <a:extLst>
              <a:ext uri="{FF2B5EF4-FFF2-40B4-BE49-F238E27FC236}">
                <a16:creationId xmlns:a16="http://schemas.microsoft.com/office/drawing/2014/main" id="{8E380475-99A9-79BF-BAE0-D22EC350B9B4}"/>
              </a:ext>
            </a:extLst>
          </p:cNvPr>
          <p:cNvSpPr/>
          <p:nvPr/>
        </p:nvSpPr>
        <p:spPr>
          <a:xfrm>
            <a:off x="-1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考査一覧画面について</a:t>
            </a:r>
          </a:p>
        </p:txBody>
      </p:sp>
      <p:pic>
        <p:nvPicPr>
          <p:cNvPr id="4" name="図 3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CFE02F12-3179-CC70-6952-35EB5958DF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549" y="1371334"/>
            <a:ext cx="5077534" cy="3810532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AA5B9C9-0D3F-6A62-8659-0C5DE5C3B274}"/>
              </a:ext>
            </a:extLst>
          </p:cNvPr>
          <p:cNvSpPr/>
          <p:nvPr/>
        </p:nvSpPr>
        <p:spPr>
          <a:xfrm>
            <a:off x="532834" y="1525826"/>
            <a:ext cx="1189285" cy="851614"/>
          </a:xfrm>
          <a:prstGeom prst="rect">
            <a:avLst/>
          </a:prstGeom>
          <a:noFill/>
          <a:ln>
            <a:solidFill>
              <a:srgbClr val="E8202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10A7F59-7629-4BD4-BB2F-1544769A6ED6}"/>
              </a:ext>
            </a:extLst>
          </p:cNvPr>
          <p:cNvSpPr/>
          <p:nvPr/>
        </p:nvSpPr>
        <p:spPr>
          <a:xfrm>
            <a:off x="1553914" y="2706926"/>
            <a:ext cx="3360986" cy="508714"/>
          </a:xfrm>
          <a:prstGeom prst="rect">
            <a:avLst/>
          </a:prstGeom>
          <a:noFill/>
          <a:ln>
            <a:solidFill>
              <a:srgbClr val="E8202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 descr="グラフィカル ユーザー インターフェイス, テキスト, アプリケーション, メール">
            <a:extLst>
              <a:ext uri="{FF2B5EF4-FFF2-40B4-BE49-F238E27FC236}">
                <a16:creationId xmlns:a16="http://schemas.microsoft.com/office/drawing/2014/main" id="{93377782-DE5E-A66C-8BCD-155352B79B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076"/>
          <a:stretch>
            <a:fillRect/>
          </a:stretch>
        </p:blipFill>
        <p:spPr>
          <a:xfrm>
            <a:off x="6112265" y="1371334"/>
            <a:ext cx="5304026" cy="3810532"/>
          </a:xfrm>
          <a:prstGeom prst="rect">
            <a:avLst/>
          </a:prstGeom>
        </p:spPr>
      </p:pic>
      <p:sp>
        <p:nvSpPr>
          <p:cNvPr id="7" name="矢印: V 字型 6">
            <a:extLst>
              <a:ext uri="{FF2B5EF4-FFF2-40B4-BE49-F238E27FC236}">
                <a16:creationId xmlns:a16="http://schemas.microsoft.com/office/drawing/2014/main" id="{41E6BD37-0297-C742-01F6-38BBF02600A9}"/>
              </a:ext>
            </a:extLst>
          </p:cNvPr>
          <p:cNvSpPr/>
          <p:nvPr/>
        </p:nvSpPr>
        <p:spPr>
          <a:xfrm>
            <a:off x="4368103" y="2423869"/>
            <a:ext cx="2449958" cy="2010262"/>
          </a:xfrm>
          <a:prstGeom prst="notchedRightArrow">
            <a:avLst>
              <a:gd name="adj1" fmla="val 29104"/>
              <a:gd name="adj2" fmla="val 50000"/>
            </a:avLst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800" dirty="0">
              <a:latin typeface="HGS創英角ﾎﾟｯﾌﾟ体" panose="040B0A00000000000000" pitchFamily="50" charset="-128"/>
              <a:ea typeface="HGS創英角ﾎﾟｯﾌﾟ体" panose="040B0A00000000000000" pitchFamily="50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0316201-8066-1863-C0EC-FEAB4172CF25}"/>
              </a:ext>
            </a:extLst>
          </p:cNvPr>
          <p:cNvSpPr txBox="1"/>
          <p:nvPr/>
        </p:nvSpPr>
        <p:spPr>
          <a:xfrm>
            <a:off x="746759" y="5416550"/>
            <a:ext cx="10485005" cy="1077218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89000"/>
                </a:schemeClr>
              </a:gs>
              <a:gs pos="23000">
                <a:schemeClr val="accent2">
                  <a:lumMod val="89000"/>
                </a:schemeClr>
              </a:gs>
              <a:gs pos="69000">
                <a:schemeClr val="accent2">
                  <a:lumMod val="75000"/>
                </a:schemeClr>
              </a:gs>
              <a:gs pos="97000">
                <a:schemeClr val="accent2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57150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accent5">
                    <a:lumMod val="0"/>
                    <a:lumOff val="100000"/>
                  </a:schemeClr>
                </a:gs>
                <a:gs pos="100000">
                  <a:schemeClr val="accent5">
                    <a:lumMod val="100000"/>
                  </a:schemeClr>
                </a:gs>
              </a:gsLst>
              <a:path path="circle">
                <a:fillToRect l="50000" t="-80000" r="50000" b="180000"/>
              </a:path>
              <a:tileRect/>
            </a:gradFill>
            <a:prstDash val="dashDot"/>
          </a:ln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sz="3200" dirty="0">
                <a:solidFill>
                  <a:srgbClr val="FFFF00"/>
                </a:solidFill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「アップロード」</a:t>
            </a:r>
            <a:r>
              <a:rPr kumimoji="1" lang="ja-JP" altLang="en-US" sz="32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を押すと、アップロード画面で</a:t>
            </a:r>
            <a:endParaRPr kumimoji="1" lang="en-US" altLang="ja-JP" sz="3200" dirty="0">
              <a:latin typeface="AR P丸ゴシック体E" panose="020F0900000000000000" pitchFamily="50" charset="-128"/>
              <a:ea typeface="AR P丸ゴシック体E" panose="020F0900000000000000" pitchFamily="50" charset="-128"/>
            </a:endParaRPr>
          </a:p>
          <a:p>
            <a:r>
              <a:rPr kumimoji="1" lang="ja-JP" altLang="en-US" sz="32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問題情報が</a:t>
            </a:r>
            <a:r>
              <a:rPr kumimoji="1" lang="ja-JP" altLang="en-US" sz="3200" dirty="0">
                <a:solidFill>
                  <a:srgbClr val="FFFF00"/>
                </a:solidFill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勝手に入力</a:t>
            </a:r>
            <a:r>
              <a:rPr kumimoji="1" lang="ja-JP" altLang="en-US" sz="32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されて便利です。</a:t>
            </a:r>
            <a:endParaRPr kumimoji="1" lang="en-US" altLang="ja-JP" sz="3200" dirty="0">
              <a:latin typeface="AR P丸ゴシック体E" panose="020F0900000000000000" pitchFamily="50" charset="-128"/>
              <a:ea typeface="AR P丸ゴシック体E" panose="020F09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564717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矢印: 五方向 18">
            <a:extLst>
              <a:ext uri="{FF2B5EF4-FFF2-40B4-BE49-F238E27FC236}">
                <a16:creationId xmlns:a16="http://schemas.microsoft.com/office/drawing/2014/main" id="{1832BE14-068B-0D91-7824-4C786D25B9BA}"/>
              </a:ext>
            </a:extLst>
          </p:cNvPr>
          <p:cNvSpPr/>
          <p:nvPr/>
        </p:nvSpPr>
        <p:spPr>
          <a:xfrm>
            <a:off x="8592000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お願い</a:t>
            </a:r>
          </a:p>
        </p:txBody>
      </p:sp>
      <p:sp>
        <p:nvSpPr>
          <p:cNvPr id="18" name="矢印: 五方向 17">
            <a:extLst>
              <a:ext uri="{FF2B5EF4-FFF2-40B4-BE49-F238E27FC236}">
                <a16:creationId xmlns:a16="http://schemas.microsoft.com/office/drawing/2014/main" id="{629283A4-83F1-495C-BEA9-B6D82DDCFEEF}"/>
              </a:ext>
            </a:extLst>
          </p:cNvPr>
          <p:cNvSpPr/>
          <p:nvPr/>
        </p:nvSpPr>
        <p:spPr>
          <a:xfrm>
            <a:off x="5727999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 編集・削除機能</a:t>
            </a:r>
          </a:p>
        </p:txBody>
      </p:sp>
      <p:sp>
        <p:nvSpPr>
          <p:cNvPr id="17" name="矢印: 五方向 16">
            <a:extLst>
              <a:ext uri="{FF2B5EF4-FFF2-40B4-BE49-F238E27FC236}">
                <a16:creationId xmlns:a16="http://schemas.microsoft.com/office/drawing/2014/main" id="{5AB80859-4A2E-51B2-7D70-C00BC89AA1D0}"/>
              </a:ext>
            </a:extLst>
          </p:cNvPr>
          <p:cNvSpPr/>
          <p:nvPr/>
        </p:nvSpPr>
        <p:spPr>
          <a:xfrm>
            <a:off x="2863999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　投稿後の報酬について</a:t>
            </a:r>
          </a:p>
        </p:txBody>
      </p:sp>
      <p:sp>
        <p:nvSpPr>
          <p:cNvPr id="16" name="矢印: 五方向 15">
            <a:extLst>
              <a:ext uri="{FF2B5EF4-FFF2-40B4-BE49-F238E27FC236}">
                <a16:creationId xmlns:a16="http://schemas.microsoft.com/office/drawing/2014/main" id="{8E380475-99A9-79BF-BAE0-D22EC350B9B4}"/>
              </a:ext>
            </a:extLst>
          </p:cNvPr>
          <p:cNvSpPr/>
          <p:nvPr/>
        </p:nvSpPr>
        <p:spPr>
          <a:xfrm>
            <a:off x="-1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考査一覧画面について</a:t>
            </a:r>
          </a:p>
        </p:txBody>
      </p:sp>
      <p:pic>
        <p:nvPicPr>
          <p:cNvPr id="4" name="図 3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CFE02F12-3179-CC70-6952-35EB5958DF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549" y="1371334"/>
            <a:ext cx="5077534" cy="3810532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AA5B9C9-0D3F-6A62-8659-0C5DE5C3B274}"/>
              </a:ext>
            </a:extLst>
          </p:cNvPr>
          <p:cNvSpPr/>
          <p:nvPr/>
        </p:nvSpPr>
        <p:spPr>
          <a:xfrm>
            <a:off x="532834" y="1525826"/>
            <a:ext cx="1189285" cy="851614"/>
          </a:xfrm>
          <a:prstGeom prst="rect">
            <a:avLst/>
          </a:prstGeom>
          <a:noFill/>
          <a:ln>
            <a:solidFill>
              <a:srgbClr val="E8202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10A7F59-7629-4BD4-BB2F-1544769A6ED6}"/>
              </a:ext>
            </a:extLst>
          </p:cNvPr>
          <p:cNvSpPr/>
          <p:nvPr/>
        </p:nvSpPr>
        <p:spPr>
          <a:xfrm>
            <a:off x="1553914" y="2706926"/>
            <a:ext cx="3360986" cy="508714"/>
          </a:xfrm>
          <a:prstGeom prst="rect">
            <a:avLst/>
          </a:prstGeom>
          <a:noFill/>
          <a:ln>
            <a:solidFill>
              <a:srgbClr val="E8202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 descr="グラフィカル ユーザー インターフェイス, テキスト, アプリケーション, メール">
            <a:extLst>
              <a:ext uri="{FF2B5EF4-FFF2-40B4-BE49-F238E27FC236}">
                <a16:creationId xmlns:a16="http://schemas.microsoft.com/office/drawing/2014/main" id="{93377782-DE5E-A66C-8BCD-155352B79B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076"/>
          <a:stretch>
            <a:fillRect/>
          </a:stretch>
        </p:blipFill>
        <p:spPr>
          <a:xfrm>
            <a:off x="6112265" y="1371334"/>
            <a:ext cx="5304026" cy="3810532"/>
          </a:xfrm>
          <a:prstGeom prst="rect">
            <a:avLst/>
          </a:prstGeom>
        </p:spPr>
      </p:pic>
      <p:sp>
        <p:nvSpPr>
          <p:cNvPr id="7" name="矢印: V 字型 6">
            <a:extLst>
              <a:ext uri="{FF2B5EF4-FFF2-40B4-BE49-F238E27FC236}">
                <a16:creationId xmlns:a16="http://schemas.microsoft.com/office/drawing/2014/main" id="{41E6BD37-0297-C742-01F6-38BBF02600A9}"/>
              </a:ext>
            </a:extLst>
          </p:cNvPr>
          <p:cNvSpPr/>
          <p:nvPr/>
        </p:nvSpPr>
        <p:spPr>
          <a:xfrm>
            <a:off x="4368103" y="2423869"/>
            <a:ext cx="2449958" cy="2010262"/>
          </a:xfrm>
          <a:prstGeom prst="notchedRightArrow">
            <a:avLst>
              <a:gd name="adj1" fmla="val 29104"/>
              <a:gd name="adj2" fmla="val 50000"/>
            </a:avLst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800" dirty="0">
              <a:latin typeface="HGS創英角ﾎﾟｯﾌﾟ体" panose="040B0A00000000000000" pitchFamily="50" charset="-128"/>
              <a:ea typeface="HGS創英角ﾎﾟｯﾌﾟ体" panose="040B0A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D15E8B0-FADD-B915-79E9-7791C4E9D4D6}"/>
              </a:ext>
            </a:extLst>
          </p:cNvPr>
          <p:cNvSpPr txBox="1"/>
          <p:nvPr/>
        </p:nvSpPr>
        <p:spPr>
          <a:xfrm>
            <a:off x="746759" y="5416550"/>
            <a:ext cx="10485005" cy="1077218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89000"/>
                </a:schemeClr>
              </a:gs>
              <a:gs pos="23000">
                <a:schemeClr val="accent2">
                  <a:lumMod val="89000"/>
                </a:schemeClr>
              </a:gs>
              <a:gs pos="69000">
                <a:schemeClr val="accent2">
                  <a:lumMod val="75000"/>
                </a:schemeClr>
              </a:gs>
              <a:gs pos="97000">
                <a:schemeClr val="accent2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57150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accent5">
                    <a:lumMod val="0"/>
                    <a:lumOff val="100000"/>
                  </a:schemeClr>
                </a:gs>
                <a:gs pos="100000">
                  <a:schemeClr val="accent5">
                    <a:lumMod val="100000"/>
                  </a:schemeClr>
                </a:gs>
              </a:gsLst>
              <a:path path="circle">
                <a:fillToRect l="50000" t="-80000" r="50000" b="180000"/>
              </a:path>
              <a:tileRect/>
            </a:gradFill>
            <a:prstDash val="dashDot"/>
          </a:ln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sz="3200" dirty="0">
                <a:solidFill>
                  <a:srgbClr val="FFFF00"/>
                </a:solidFill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「アップロード」</a:t>
            </a:r>
            <a:r>
              <a:rPr kumimoji="1" lang="ja-JP" altLang="en-US" sz="32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を押すと、アップロード画面で</a:t>
            </a:r>
            <a:endParaRPr kumimoji="1" lang="en-US" altLang="ja-JP" sz="3200" dirty="0">
              <a:latin typeface="AR P丸ゴシック体E" panose="020F0900000000000000" pitchFamily="50" charset="-128"/>
              <a:ea typeface="AR P丸ゴシック体E" panose="020F0900000000000000" pitchFamily="50" charset="-128"/>
            </a:endParaRPr>
          </a:p>
          <a:p>
            <a:r>
              <a:rPr kumimoji="1" lang="ja-JP" altLang="en-US" sz="32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問題情報が</a:t>
            </a:r>
            <a:r>
              <a:rPr kumimoji="1" lang="ja-JP" altLang="en-US" sz="3200" dirty="0">
                <a:solidFill>
                  <a:srgbClr val="FFFF00"/>
                </a:solidFill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勝手に入力</a:t>
            </a:r>
            <a:r>
              <a:rPr kumimoji="1" lang="ja-JP" altLang="en-US" sz="32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されて便利です。</a:t>
            </a:r>
            <a:endParaRPr kumimoji="1" lang="en-US" altLang="ja-JP" sz="3200" dirty="0">
              <a:latin typeface="AR P丸ゴシック体E" panose="020F0900000000000000" pitchFamily="50" charset="-128"/>
              <a:ea typeface="AR P丸ゴシック体E" panose="020F0900000000000000" pitchFamily="50" charset="-128"/>
            </a:endParaRPr>
          </a:p>
        </p:txBody>
      </p:sp>
      <p:sp>
        <p:nvSpPr>
          <p:cNvPr id="9" name="波線 8">
            <a:extLst>
              <a:ext uri="{FF2B5EF4-FFF2-40B4-BE49-F238E27FC236}">
                <a16:creationId xmlns:a16="http://schemas.microsoft.com/office/drawing/2014/main" id="{0BAABEA0-9D81-88FF-826C-A945C00D67B1}"/>
              </a:ext>
            </a:extLst>
          </p:cNvPr>
          <p:cNvSpPr/>
          <p:nvPr/>
        </p:nvSpPr>
        <p:spPr>
          <a:xfrm>
            <a:off x="1553914" y="1371334"/>
            <a:ext cx="8428074" cy="3525233"/>
          </a:xfrm>
          <a:prstGeom prst="wave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4800" dirty="0">
                <a:solidFill>
                  <a:srgbClr val="FFFF00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既に投稿済み</a:t>
            </a:r>
            <a:r>
              <a:rPr kumimoji="1" lang="ja-JP" altLang="en-US" sz="2800" dirty="0"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か調べる必要もなし</a:t>
            </a:r>
            <a:r>
              <a:rPr kumimoji="1" lang="ja-JP" altLang="en-US" sz="3600" dirty="0"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！</a:t>
            </a:r>
            <a:endParaRPr kumimoji="1" lang="ja-JP" altLang="en-US" sz="4000" dirty="0">
              <a:latin typeface="HGS創英角ﾎﾟｯﾌﾟ体" panose="040B0A00000000000000" pitchFamily="50" charset="-128"/>
              <a:ea typeface="HGS創英角ﾎﾟｯﾌﾟ体" panose="040B0A00000000000000" pitchFamily="50" charset="-128"/>
            </a:endParaRPr>
          </a:p>
        </p:txBody>
      </p:sp>
      <p:sp>
        <p:nvSpPr>
          <p:cNvPr id="10" name="スマイル 9">
            <a:extLst>
              <a:ext uri="{FF2B5EF4-FFF2-40B4-BE49-F238E27FC236}">
                <a16:creationId xmlns:a16="http://schemas.microsoft.com/office/drawing/2014/main" id="{E1CD9D58-D03C-1B74-BDCE-544E31E38F1A}"/>
              </a:ext>
            </a:extLst>
          </p:cNvPr>
          <p:cNvSpPr/>
          <p:nvPr/>
        </p:nvSpPr>
        <p:spPr>
          <a:xfrm>
            <a:off x="9137358" y="3745821"/>
            <a:ext cx="1254642" cy="1268088"/>
          </a:xfrm>
          <a:prstGeom prst="smileyFace">
            <a:avLst>
              <a:gd name="adj" fmla="val 4653"/>
            </a:avLst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29805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00"/>
    </mc:Choice>
    <mc:Fallback>
      <p:transition spd="slow" advTm="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32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10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1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2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3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4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5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2" animBg="1"/>
      <p:bldP spid="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矢印: 五方向 18">
            <a:extLst>
              <a:ext uri="{FF2B5EF4-FFF2-40B4-BE49-F238E27FC236}">
                <a16:creationId xmlns:a16="http://schemas.microsoft.com/office/drawing/2014/main" id="{1832BE14-068B-0D91-7824-4C786D25B9BA}"/>
              </a:ext>
            </a:extLst>
          </p:cNvPr>
          <p:cNvSpPr/>
          <p:nvPr/>
        </p:nvSpPr>
        <p:spPr>
          <a:xfrm>
            <a:off x="8592000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お願い</a:t>
            </a:r>
          </a:p>
        </p:txBody>
      </p:sp>
      <p:sp>
        <p:nvSpPr>
          <p:cNvPr id="18" name="矢印: 五方向 17">
            <a:extLst>
              <a:ext uri="{FF2B5EF4-FFF2-40B4-BE49-F238E27FC236}">
                <a16:creationId xmlns:a16="http://schemas.microsoft.com/office/drawing/2014/main" id="{629283A4-83F1-495C-BEA9-B6D82DDCFEEF}"/>
              </a:ext>
            </a:extLst>
          </p:cNvPr>
          <p:cNvSpPr/>
          <p:nvPr/>
        </p:nvSpPr>
        <p:spPr>
          <a:xfrm>
            <a:off x="5727999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 編集・削除機能</a:t>
            </a:r>
          </a:p>
        </p:txBody>
      </p:sp>
      <p:sp>
        <p:nvSpPr>
          <p:cNvPr id="17" name="矢印: 五方向 16">
            <a:extLst>
              <a:ext uri="{FF2B5EF4-FFF2-40B4-BE49-F238E27FC236}">
                <a16:creationId xmlns:a16="http://schemas.microsoft.com/office/drawing/2014/main" id="{5AB80859-4A2E-51B2-7D70-C00BC89AA1D0}"/>
              </a:ext>
            </a:extLst>
          </p:cNvPr>
          <p:cNvSpPr/>
          <p:nvPr/>
        </p:nvSpPr>
        <p:spPr>
          <a:xfrm>
            <a:off x="2863999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　投稿後の報酬について</a:t>
            </a:r>
          </a:p>
        </p:txBody>
      </p:sp>
      <p:sp>
        <p:nvSpPr>
          <p:cNvPr id="3" name="矢印: 五方向 2">
            <a:extLst>
              <a:ext uri="{FF2B5EF4-FFF2-40B4-BE49-F238E27FC236}">
                <a16:creationId xmlns:a16="http://schemas.microsoft.com/office/drawing/2014/main" id="{34693A79-5DB6-6B6E-53E1-63EAA9FA0AF9}"/>
              </a:ext>
            </a:extLst>
          </p:cNvPr>
          <p:cNvSpPr/>
          <p:nvPr/>
        </p:nvSpPr>
        <p:spPr>
          <a:xfrm>
            <a:off x="2863998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　投稿後の報酬について</a:t>
            </a:r>
          </a:p>
        </p:txBody>
      </p:sp>
      <p:sp>
        <p:nvSpPr>
          <p:cNvPr id="16" name="矢印: 五方向 15">
            <a:extLst>
              <a:ext uri="{FF2B5EF4-FFF2-40B4-BE49-F238E27FC236}">
                <a16:creationId xmlns:a16="http://schemas.microsoft.com/office/drawing/2014/main" id="{8E380475-99A9-79BF-BAE0-D22EC350B9B4}"/>
              </a:ext>
            </a:extLst>
          </p:cNvPr>
          <p:cNvSpPr/>
          <p:nvPr/>
        </p:nvSpPr>
        <p:spPr>
          <a:xfrm>
            <a:off x="-1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考査一覧画面について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1557DF0-0842-94AC-8C39-1E74C78CC8A0}"/>
              </a:ext>
            </a:extLst>
          </p:cNvPr>
          <p:cNvSpPr txBox="1"/>
          <p:nvPr/>
        </p:nvSpPr>
        <p:spPr>
          <a:xfrm>
            <a:off x="822960" y="2875002"/>
            <a:ext cx="109728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66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投稿後の報酬について</a:t>
            </a:r>
          </a:p>
        </p:txBody>
      </p:sp>
    </p:spTree>
    <p:extLst>
      <p:ext uri="{BB962C8B-B14F-4D97-AF65-F5344CB8AC3E}">
        <p14:creationId xmlns:p14="http://schemas.microsoft.com/office/powerpoint/2010/main" val="1190244666"/>
      </p:ext>
    </p:extLst>
  </p:cSld>
  <p:clrMapOvr>
    <a:masterClrMapping/>
  </p:clrMapOvr>
  <p:transition spd="slow" advTm="2000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12D2C-DBF7-C374-DDD7-B471667DB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矢印: 五方向 18">
            <a:extLst>
              <a:ext uri="{FF2B5EF4-FFF2-40B4-BE49-F238E27FC236}">
                <a16:creationId xmlns:a16="http://schemas.microsoft.com/office/drawing/2014/main" id="{8B25C0D7-2185-1203-A810-85ECDD12D1FA}"/>
              </a:ext>
            </a:extLst>
          </p:cNvPr>
          <p:cNvSpPr/>
          <p:nvPr/>
        </p:nvSpPr>
        <p:spPr>
          <a:xfrm>
            <a:off x="8592000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お願い</a:t>
            </a:r>
          </a:p>
        </p:txBody>
      </p:sp>
      <p:sp>
        <p:nvSpPr>
          <p:cNvPr id="18" name="矢印: 五方向 17">
            <a:extLst>
              <a:ext uri="{FF2B5EF4-FFF2-40B4-BE49-F238E27FC236}">
                <a16:creationId xmlns:a16="http://schemas.microsoft.com/office/drawing/2014/main" id="{2AC7B496-C35F-39A2-FDDF-AA100B799B2A}"/>
              </a:ext>
            </a:extLst>
          </p:cNvPr>
          <p:cNvSpPr/>
          <p:nvPr/>
        </p:nvSpPr>
        <p:spPr>
          <a:xfrm>
            <a:off x="5727999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 編集・削除機能</a:t>
            </a:r>
          </a:p>
        </p:txBody>
      </p:sp>
      <p:sp>
        <p:nvSpPr>
          <p:cNvPr id="17" name="矢印: 五方向 16">
            <a:extLst>
              <a:ext uri="{FF2B5EF4-FFF2-40B4-BE49-F238E27FC236}">
                <a16:creationId xmlns:a16="http://schemas.microsoft.com/office/drawing/2014/main" id="{FEEBA608-9DCB-E396-AEBC-BD47DFC5BFE7}"/>
              </a:ext>
            </a:extLst>
          </p:cNvPr>
          <p:cNvSpPr/>
          <p:nvPr/>
        </p:nvSpPr>
        <p:spPr>
          <a:xfrm>
            <a:off x="2863999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　投稿後の報酬について</a:t>
            </a:r>
          </a:p>
        </p:txBody>
      </p:sp>
      <p:sp>
        <p:nvSpPr>
          <p:cNvPr id="3" name="矢印: 五方向 2">
            <a:extLst>
              <a:ext uri="{FF2B5EF4-FFF2-40B4-BE49-F238E27FC236}">
                <a16:creationId xmlns:a16="http://schemas.microsoft.com/office/drawing/2014/main" id="{7D38ABCC-A625-7C99-06CE-D333A02FA1D4}"/>
              </a:ext>
            </a:extLst>
          </p:cNvPr>
          <p:cNvSpPr/>
          <p:nvPr/>
        </p:nvSpPr>
        <p:spPr>
          <a:xfrm>
            <a:off x="2863998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　投稿後の報酬について</a:t>
            </a:r>
          </a:p>
        </p:txBody>
      </p:sp>
      <p:sp>
        <p:nvSpPr>
          <p:cNvPr id="16" name="矢印: 五方向 15">
            <a:extLst>
              <a:ext uri="{FF2B5EF4-FFF2-40B4-BE49-F238E27FC236}">
                <a16:creationId xmlns:a16="http://schemas.microsoft.com/office/drawing/2014/main" id="{32B0411D-CA5E-1647-D1DF-D245271F7442}"/>
              </a:ext>
            </a:extLst>
          </p:cNvPr>
          <p:cNvSpPr/>
          <p:nvPr/>
        </p:nvSpPr>
        <p:spPr>
          <a:xfrm>
            <a:off x="-1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考査一覧画面について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5A4D9FF-8D74-2F32-41A8-B884201EACE9}"/>
              </a:ext>
            </a:extLst>
          </p:cNvPr>
          <p:cNvSpPr txBox="1"/>
          <p:nvPr/>
        </p:nvSpPr>
        <p:spPr>
          <a:xfrm>
            <a:off x="739140" y="1318260"/>
            <a:ext cx="46786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従来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78D51D2B-AA44-3091-D3A3-2824580C6434}"/>
              </a:ext>
            </a:extLst>
          </p:cNvPr>
          <p:cNvSpPr/>
          <p:nvPr/>
        </p:nvSpPr>
        <p:spPr>
          <a:xfrm>
            <a:off x="5938109" y="5236250"/>
            <a:ext cx="3004520" cy="12954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26" name="Picture 2" descr="ストップウォッチ | 無料イラスト素材｜素材ラボ">
            <a:extLst>
              <a:ext uri="{FF2B5EF4-FFF2-40B4-BE49-F238E27FC236}">
                <a16:creationId xmlns:a16="http://schemas.microsoft.com/office/drawing/2014/main" id="{12D1591F-7F9A-28B6-592B-187E1CAF0E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9679" y="2468880"/>
            <a:ext cx="2560320" cy="1920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B74B266-B231-D743-C86A-E8AEC30E7813}"/>
              </a:ext>
            </a:extLst>
          </p:cNvPr>
          <p:cNvSpPr txBox="1"/>
          <p:nvPr/>
        </p:nvSpPr>
        <p:spPr>
          <a:xfrm>
            <a:off x="1033067" y="4838700"/>
            <a:ext cx="2891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24</a:t>
            </a:r>
            <a:r>
              <a:rPr kumimoji="1" lang="ja-JP" altLang="en-US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時間の待ち時間フリー</a:t>
            </a:r>
          </a:p>
        </p:txBody>
      </p:sp>
      <p:sp>
        <p:nvSpPr>
          <p:cNvPr id="2" name="矢印: 右 1">
            <a:extLst>
              <a:ext uri="{FF2B5EF4-FFF2-40B4-BE49-F238E27FC236}">
                <a16:creationId xmlns:a16="http://schemas.microsoft.com/office/drawing/2014/main" id="{63416C2F-0482-FABE-0B94-639EA218EDDB}"/>
              </a:ext>
            </a:extLst>
          </p:cNvPr>
          <p:cNvSpPr/>
          <p:nvPr/>
        </p:nvSpPr>
        <p:spPr>
          <a:xfrm>
            <a:off x="4775500" y="2663873"/>
            <a:ext cx="1219200" cy="1808541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B0DC958-E93C-5D80-0BA8-94DCE79EF124}"/>
              </a:ext>
            </a:extLst>
          </p:cNvPr>
          <p:cNvSpPr txBox="1"/>
          <p:nvPr/>
        </p:nvSpPr>
        <p:spPr>
          <a:xfrm>
            <a:off x="6583680" y="1318260"/>
            <a:ext cx="46786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現在</a:t>
            </a: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3D2AFA31-5DC7-F90B-AF08-F499FD4A88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7226" y="2189123"/>
            <a:ext cx="4030354" cy="2758043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6F0359C-5309-4618-3F7B-6A8C79B58C52}"/>
              </a:ext>
            </a:extLst>
          </p:cNvPr>
          <p:cNvSpPr txBox="1"/>
          <p:nvPr/>
        </p:nvSpPr>
        <p:spPr>
          <a:xfrm>
            <a:off x="5994700" y="5379720"/>
            <a:ext cx="28913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10</a:t>
            </a:r>
            <a:r>
              <a:rPr kumimoji="1" lang="ja-JP" altLang="en-US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分間の待ち時間フリー</a:t>
            </a:r>
            <a:endParaRPr kumimoji="1" lang="en-US" altLang="ja-JP" dirty="0">
              <a:latin typeface="J-イワタ新ゴシック体ProN E" panose="020B0900000000000000" pitchFamily="34" charset="-128"/>
              <a:ea typeface="J-イワタ新ゴシック体ProN E" panose="020B0900000000000000" pitchFamily="34" charset="-128"/>
            </a:endParaRPr>
          </a:p>
          <a:p>
            <a:pPr algn="ctr"/>
            <a:r>
              <a:rPr kumimoji="1" lang="ja-JP" altLang="en-US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＋</a:t>
            </a:r>
            <a:endParaRPr kumimoji="1" lang="en-US" altLang="ja-JP" dirty="0">
              <a:latin typeface="J-イワタ新ゴシック体ProN E" panose="020B0900000000000000" pitchFamily="34" charset="-128"/>
              <a:ea typeface="J-イワタ新ゴシック体ProN E" panose="020B0900000000000000" pitchFamily="34" charset="-128"/>
            </a:endParaRPr>
          </a:p>
          <a:p>
            <a:pPr algn="ctr"/>
            <a:r>
              <a:rPr kumimoji="1" lang="ja-JP" altLang="en-US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閲覧チケット２枚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D83E12F-2343-433B-D8E0-6611F039D01A}"/>
              </a:ext>
            </a:extLst>
          </p:cNvPr>
          <p:cNvSpPr txBox="1"/>
          <p:nvPr/>
        </p:nvSpPr>
        <p:spPr>
          <a:xfrm>
            <a:off x="8931090" y="5656719"/>
            <a:ext cx="2891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または　　　くじびき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04016BD-77E2-BA35-8B43-D9CB171D4805}"/>
              </a:ext>
            </a:extLst>
          </p:cNvPr>
          <p:cNvSpPr/>
          <p:nvPr/>
        </p:nvSpPr>
        <p:spPr>
          <a:xfrm>
            <a:off x="10355579" y="5193685"/>
            <a:ext cx="1466849" cy="12954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58673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3000">
        <p:fade/>
      </p:transition>
    </mc:Choice>
    <mc:Fallback>
      <p:transition spd="med" advTm="3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78530-04F0-1F00-46CC-CE3950748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矢印: 五方向 18">
            <a:extLst>
              <a:ext uri="{FF2B5EF4-FFF2-40B4-BE49-F238E27FC236}">
                <a16:creationId xmlns:a16="http://schemas.microsoft.com/office/drawing/2014/main" id="{8D8F96C9-815F-0E9E-0B7F-1644A4769439}"/>
              </a:ext>
            </a:extLst>
          </p:cNvPr>
          <p:cNvSpPr/>
          <p:nvPr/>
        </p:nvSpPr>
        <p:spPr>
          <a:xfrm>
            <a:off x="8592000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お願い</a:t>
            </a:r>
          </a:p>
        </p:txBody>
      </p:sp>
      <p:sp>
        <p:nvSpPr>
          <p:cNvPr id="18" name="矢印: 五方向 17">
            <a:extLst>
              <a:ext uri="{FF2B5EF4-FFF2-40B4-BE49-F238E27FC236}">
                <a16:creationId xmlns:a16="http://schemas.microsoft.com/office/drawing/2014/main" id="{215A2586-E52F-732E-867F-DBCB4C5BD618}"/>
              </a:ext>
            </a:extLst>
          </p:cNvPr>
          <p:cNvSpPr/>
          <p:nvPr/>
        </p:nvSpPr>
        <p:spPr>
          <a:xfrm>
            <a:off x="5727999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 編集・削除機能</a:t>
            </a:r>
          </a:p>
        </p:txBody>
      </p:sp>
      <p:sp>
        <p:nvSpPr>
          <p:cNvPr id="17" name="矢印: 五方向 16">
            <a:extLst>
              <a:ext uri="{FF2B5EF4-FFF2-40B4-BE49-F238E27FC236}">
                <a16:creationId xmlns:a16="http://schemas.microsoft.com/office/drawing/2014/main" id="{A460A675-A7B5-DFB7-B70D-9C65BB9E5285}"/>
              </a:ext>
            </a:extLst>
          </p:cNvPr>
          <p:cNvSpPr/>
          <p:nvPr/>
        </p:nvSpPr>
        <p:spPr>
          <a:xfrm>
            <a:off x="2863999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　投稿後の報酬について</a:t>
            </a:r>
          </a:p>
        </p:txBody>
      </p:sp>
      <p:sp>
        <p:nvSpPr>
          <p:cNvPr id="3" name="矢印: 五方向 2">
            <a:extLst>
              <a:ext uri="{FF2B5EF4-FFF2-40B4-BE49-F238E27FC236}">
                <a16:creationId xmlns:a16="http://schemas.microsoft.com/office/drawing/2014/main" id="{0665F9E5-6B04-F6FF-386C-0ABD499E112C}"/>
              </a:ext>
            </a:extLst>
          </p:cNvPr>
          <p:cNvSpPr/>
          <p:nvPr/>
        </p:nvSpPr>
        <p:spPr>
          <a:xfrm>
            <a:off x="2863998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　投稿後の報酬について</a:t>
            </a:r>
          </a:p>
        </p:txBody>
      </p:sp>
      <p:sp>
        <p:nvSpPr>
          <p:cNvPr id="16" name="矢印: 五方向 15">
            <a:extLst>
              <a:ext uri="{FF2B5EF4-FFF2-40B4-BE49-F238E27FC236}">
                <a16:creationId xmlns:a16="http://schemas.microsoft.com/office/drawing/2014/main" id="{43AC40D3-5421-A04C-2B6C-3F7B45A76FB7}"/>
              </a:ext>
            </a:extLst>
          </p:cNvPr>
          <p:cNvSpPr/>
          <p:nvPr/>
        </p:nvSpPr>
        <p:spPr>
          <a:xfrm>
            <a:off x="-1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考査一覧画面について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935E6F8-C910-30F3-E3F2-24B30AD7C48D}"/>
              </a:ext>
            </a:extLst>
          </p:cNvPr>
          <p:cNvSpPr/>
          <p:nvPr/>
        </p:nvSpPr>
        <p:spPr>
          <a:xfrm>
            <a:off x="655320" y="1373169"/>
            <a:ext cx="10850880" cy="298547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kumimoji="1" lang="ja-JP" altLang="en-US" sz="32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　　</a:t>
            </a:r>
            <a:endParaRPr kumimoji="1" lang="en-US" altLang="ja-JP" sz="3200" dirty="0">
              <a:latin typeface="J-イワタ新ゴシック体ProN E" panose="020B0900000000000000" pitchFamily="34" charset="-128"/>
              <a:ea typeface="J-イワタ新ゴシック体ProN E" panose="020B0900000000000000" pitchFamily="34" charset="-128"/>
            </a:endParaRPr>
          </a:p>
          <a:p>
            <a:r>
              <a:rPr kumimoji="1" lang="ja-JP" altLang="en-US" sz="32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　閲覧チケットとは？</a:t>
            </a:r>
            <a:endParaRPr kumimoji="1" lang="en-US" altLang="ja-JP" sz="3200" dirty="0">
              <a:latin typeface="J-イワタ新ゴシック体ProN E" panose="020B0900000000000000" pitchFamily="34" charset="-128"/>
              <a:ea typeface="J-イワタ新ゴシック体ProN E" panose="020B0900000000000000" pitchFamily="34" charset="-128"/>
            </a:endParaRPr>
          </a:p>
          <a:p>
            <a:endParaRPr kumimoji="1" lang="en-US" altLang="ja-JP" sz="3200" dirty="0">
              <a:latin typeface="J-イワタ新ゴシック体ProN E" panose="020B0900000000000000" pitchFamily="34" charset="-128"/>
              <a:ea typeface="J-イワタ新ゴシック体ProN E" panose="020B0900000000000000" pitchFamily="34" charset="-128"/>
            </a:endParaRPr>
          </a:p>
          <a:p>
            <a:r>
              <a:rPr kumimoji="1" lang="ja-JP" altLang="en-US" sz="32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　</a:t>
            </a:r>
            <a:endParaRPr kumimoji="1" lang="en-US" altLang="ja-JP" sz="3200" dirty="0">
              <a:latin typeface="J-イワタ新ゴシック体ProN E" panose="020B0900000000000000" pitchFamily="34" charset="-128"/>
              <a:ea typeface="J-イワタ新ゴシック体ProN E" panose="020B0900000000000000" pitchFamily="34" charset="-128"/>
            </a:endParaRPr>
          </a:p>
          <a:p>
            <a:r>
              <a:rPr kumimoji="1" lang="ja-JP" altLang="en-US" sz="32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　</a:t>
            </a:r>
            <a:r>
              <a:rPr kumimoji="1" lang="ja-JP" altLang="en-US" sz="4000" u="sng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タイマー終了後</a:t>
            </a:r>
            <a:r>
              <a:rPr kumimoji="1" lang="ja-JP" altLang="en-US" sz="24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に、１回 </a:t>
            </a:r>
            <a:r>
              <a:rPr kumimoji="1" lang="ja-JP" altLang="en-US" sz="3200" u="sng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待ち時間無し</a:t>
            </a:r>
            <a:r>
              <a:rPr kumimoji="1" lang="ja-JP" altLang="en-US" sz="32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 </a:t>
            </a:r>
            <a:r>
              <a:rPr kumimoji="1" lang="ja-JP" altLang="en-US" sz="24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で閲覧できます。</a:t>
            </a:r>
            <a:endParaRPr kumimoji="1" lang="ja-JP" altLang="en-US" sz="3200" dirty="0">
              <a:latin typeface="J-イワタ新ゴシック体ProN E" panose="020B0900000000000000" pitchFamily="34" charset="-128"/>
              <a:ea typeface="J-イワタ新ゴシック体ProN E" panose="020B0900000000000000" pitchFamily="34" charset="-128"/>
            </a:endParaRPr>
          </a:p>
        </p:txBody>
      </p:sp>
      <p:pic>
        <p:nvPicPr>
          <p:cNvPr id="2050" name="Picture 2" descr="チケットのシルエット04 | 無料のAi・PNG白黒シルエットイラスト">
            <a:extLst>
              <a:ext uri="{FF2B5EF4-FFF2-40B4-BE49-F238E27FC236}">
                <a16:creationId xmlns:a16="http://schemas.microsoft.com/office/drawing/2014/main" id="{D632F4A8-E3C9-53CB-ECCB-2F9D75BA9A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18167" y1="33500" x2="18167" y2="33500"/>
                        <a14:foregroundMark x1="68000" y1="47000" x2="68000" y2="47000"/>
                        <a14:foregroundMark x1="67000" y1="54667" x2="67000" y2="54667"/>
                        <a14:foregroundMark x1="67333" y1="60833" x2="67333" y2="60833"/>
                        <a14:foregroundMark x1="67667" y1="38167" x2="67667" y2="38167"/>
                        <a14:foregroundMark x1="67667" y1="32333" x2="67667" y2="3233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6551" y="1181100"/>
            <a:ext cx="1878330" cy="18783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F399643-2CC1-5E4B-F54B-9BD63E230D8B}"/>
              </a:ext>
            </a:extLst>
          </p:cNvPr>
          <p:cNvSpPr txBox="1"/>
          <p:nvPr/>
        </p:nvSpPr>
        <p:spPr>
          <a:xfrm>
            <a:off x="944880" y="4976815"/>
            <a:ext cx="108508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※</a:t>
            </a:r>
            <a:r>
              <a:rPr kumimoji="1" lang="ja-JP" altLang="en-US" sz="24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タイマーが残っているときは、チケットを消費しません</a:t>
            </a:r>
          </a:p>
        </p:txBody>
      </p:sp>
    </p:spTree>
    <p:extLst>
      <p:ext uri="{BB962C8B-B14F-4D97-AF65-F5344CB8AC3E}">
        <p14:creationId xmlns:p14="http://schemas.microsoft.com/office/powerpoint/2010/main" val="6932561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Tm="4000">
        <p159:morph option="byObject"/>
      </p:transition>
    </mc:Choice>
    <mc:Fallback>
      <p:transition spd="slow" advTm="400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7779D-5F8A-E7C6-F171-44844CD91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矢印: 五方向 18">
            <a:extLst>
              <a:ext uri="{FF2B5EF4-FFF2-40B4-BE49-F238E27FC236}">
                <a16:creationId xmlns:a16="http://schemas.microsoft.com/office/drawing/2014/main" id="{96DDDCA7-76C6-DF2B-C322-6861A5E5E839}"/>
              </a:ext>
            </a:extLst>
          </p:cNvPr>
          <p:cNvSpPr/>
          <p:nvPr/>
        </p:nvSpPr>
        <p:spPr>
          <a:xfrm>
            <a:off x="8592000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お願い</a:t>
            </a:r>
          </a:p>
        </p:txBody>
      </p:sp>
      <p:sp>
        <p:nvSpPr>
          <p:cNvPr id="18" name="矢印: 五方向 17">
            <a:extLst>
              <a:ext uri="{FF2B5EF4-FFF2-40B4-BE49-F238E27FC236}">
                <a16:creationId xmlns:a16="http://schemas.microsoft.com/office/drawing/2014/main" id="{FE064D5B-BAB7-019B-266C-D5C585F530DD}"/>
              </a:ext>
            </a:extLst>
          </p:cNvPr>
          <p:cNvSpPr/>
          <p:nvPr/>
        </p:nvSpPr>
        <p:spPr>
          <a:xfrm>
            <a:off x="5727999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 編集・削除機能</a:t>
            </a:r>
          </a:p>
        </p:txBody>
      </p:sp>
      <p:sp>
        <p:nvSpPr>
          <p:cNvPr id="17" name="矢印: 五方向 16">
            <a:extLst>
              <a:ext uri="{FF2B5EF4-FFF2-40B4-BE49-F238E27FC236}">
                <a16:creationId xmlns:a16="http://schemas.microsoft.com/office/drawing/2014/main" id="{16892BDA-AC9D-5B6C-1089-B5A88104DDC5}"/>
              </a:ext>
            </a:extLst>
          </p:cNvPr>
          <p:cNvSpPr/>
          <p:nvPr/>
        </p:nvSpPr>
        <p:spPr>
          <a:xfrm>
            <a:off x="2863999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　投稿後の報酬について</a:t>
            </a:r>
          </a:p>
        </p:txBody>
      </p:sp>
      <p:sp>
        <p:nvSpPr>
          <p:cNvPr id="3" name="矢印: 五方向 2">
            <a:extLst>
              <a:ext uri="{FF2B5EF4-FFF2-40B4-BE49-F238E27FC236}">
                <a16:creationId xmlns:a16="http://schemas.microsoft.com/office/drawing/2014/main" id="{4005EBC2-1EB9-4EA9-8FFE-720692CBD785}"/>
              </a:ext>
            </a:extLst>
          </p:cNvPr>
          <p:cNvSpPr/>
          <p:nvPr/>
        </p:nvSpPr>
        <p:spPr>
          <a:xfrm>
            <a:off x="2863998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　投稿後の報酬について</a:t>
            </a:r>
          </a:p>
        </p:txBody>
      </p:sp>
      <p:sp>
        <p:nvSpPr>
          <p:cNvPr id="16" name="矢印: 五方向 15">
            <a:extLst>
              <a:ext uri="{FF2B5EF4-FFF2-40B4-BE49-F238E27FC236}">
                <a16:creationId xmlns:a16="http://schemas.microsoft.com/office/drawing/2014/main" id="{4085EA9B-B6CA-9164-5486-6775EEF3AECD}"/>
              </a:ext>
            </a:extLst>
          </p:cNvPr>
          <p:cNvSpPr/>
          <p:nvPr/>
        </p:nvSpPr>
        <p:spPr>
          <a:xfrm>
            <a:off x="-1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考査一覧画面について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4404A32C-92E5-CBD0-22C1-861D6336E6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7413" y="2926991"/>
            <a:ext cx="6447137" cy="927817"/>
          </a:xfrm>
          <a:prstGeom prst="rect">
            <a:avLst/>
          </a:prstGeom>
        </p:spPr>
      </p:pic>
      <p:sp>
        <p:nvSpPr>
          <p:cNvPr id="7" name="楕円 6">
            <a:extLst>
              <a:ext uri="{FF2B5EF4-FFF2-40B4-BE49-F238E27FC236}">
                <a16:creationId xmlns:a16="http://schemas.microsoft.com/office/drawing/2014/main" id="{F973A889-446A-B499-E0F7-C5318EDC32AF}"/>
              </a:ext>
            </a:extLst>
          </p:cNvPr>
          <p:cNvSpPr/>
          <p:nvPr/>
        </p:nvSpPr>
        <p:spPr>
          <a:xfrm>
            <a:off x="4161204" y="2926990"/>
            <a:ext cx="3224693" cy="927817"/>
          </a:xfrm>
          <a:prstGeom prst="ellipse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144216E7-3265-4110-34FC-6DB7D620BF60}"/>
              </a:ext>
            </a:extLst>
          </p:cNvPr>
          <p:cNvSpPr/>
          <p:nvPr/>
        </p:nvSpPr>
        <p:spPr>
          <a:xfrm>
            <a:off x="7393204" y="2926990"/>
            <a:ext cx="1283568" cy="927817"/>
          </a:xfrm>
          <a:prstGeom prst="ellipse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D2B19BC-0F2B-7226-8EF3-18900ECF979E}"/>
              </a:ext>
            </a:extLst>
          </p:cNvPr>
          <p:cNvSpPr txBox="1"/>
          <p:nvPr/>
        </p:nvSpPr>
        <p:spPr>
          <a:xfrm>
            <a:off x="3716709" y="2355901"/>
            <a:ext cx="14630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タイマー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EBEA58A-FFDE-A10E-35EB-98BD9DAC1F0E}"/>
              </a:ext>
            </a:extLst>
          </p:cNvPr>
          <p:cNvSpPr txBox="1"/>
          <p:nvPr/>
        </p:nvSpPr>
        <p:spPr>
          <a:xfrm>
            <a:off x="7527999" y="3964232"/>
            <a:ext cx="26131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閲覧チケット</a:t>
            </a:r>
          </a:p>
        </p:txBody>
      </p:sp>
    </p:spTree>
    <p:extLst>
      <p:ext uri="{BB962C8B-B14F-4D97-AF65-F5344CB8AC3E}">
        <p14:creationId xmlns:p14="http://schemas.microsoft.com/office/powerpoint/2010/main" val="174981364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Tm="2000">
        <p159:morph option="byObject"/>
      </p:transition>
    </mc:Choice>
    <mc:Fallback>
      <p:transition spd="slow" advTm="200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A57307-675C-2927-37D4-60C1F048C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矢印: 五方向 18">
            <a:extLst>
              <a:ext uri="{FF2B5EF4-FFF2-40B4-BE49-F238E27FC236}">
                <a16:creationId xmlns:a16="http://schemas.microsoft.com/office/drawing/2014/main" id="{31398F2D-BA16-74E9-9CF5-C203017BF94C}"/>
              </a:ext>
            </a:extLst>
          </p:cNvPr>
          <p:cNvSpPr/>
          <p:nvPr/>
        </p:nvSpPr>
        <p:spPr>
          <a:xfrm>
            <a:off x="8592000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お願い</a:t>
            </a:r>
          </a:p>
        </p:txBody>
      </p:sp>
      <p:sp>
        <p:nvSpPr>
          <p:cNvPr id="18" name="矢印: 五方向 17">
            <a:extLst>
              <a:ext uri="{FF2B5EF4-FFF2-40B4-BE49-F238E27FC236}">
                <a16:creationId xmlns:a16="http://schemas.microsoft.com/office/drawing/2014/main" id="{9CC4AA2A-86F0-8C79-E533-AC2D77B02FA8}"/>
              </a:ext>
            </a:extLst>
          </p:cNvPr>
          <p:cNvSpPr/>
          <p:nvPr/>
        </p:nvSpPr>
        <p:spPr>
          <a:xfrm>
            <a:off x="5727999" y="0"/>
            <a:ext cx="3600000" cy="721360"/>
          </a:xfrm>
          <a:prstGeom prst="homePlate">
            <a:avLst/>
          </a:prstGeom>
          <a:effectLst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 編集・削除機能</a:t>
            </a:r>
          </a:p>
        </p:txBody>
      </p:sp>
      <p:sp>
        <p:nvSpPr>
          <p:cNvPr id="17" name="矢印: 五方向 16">
            <a:extLst>
              <a:ext uri="{FF2B5EF4-FFF2-40B4-BE49-F238E27FC236}">
                <a16:creationId xmlns:a16="http://schemas.microsoft.com/office/drawing/2014/main" id="{EC132F32-7844-F9A9-31E2-65DA187E28F8}"/>
              </a:ext>
            </a:extLst>
          </p:cNvPr>
          <p:cNvSpPr/>
          <p:nvPr/>
        </p:nvSpPr>
        <p:spPr>
          <a:xfrm>
            <a:off x="2863999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　投稿後の報酬について</a:t>
            </a:r>
          </a:p>
        </p:txBody>
      </p:sp>
      <p:sp>
        <p:nvSpPr>
          <p:cNvPr id="3" name="矢印: 五方向 2">
            <a:extLst>
              <a:ext uri="{FF2B5EF4-FFF2-40B4-BE49-F238E27FC236}">
                <a16:creationId xmlns:a16="http://schemas.microsoft.com/office/drawing/2014/main" id="{CFFD12E0-8438-B097-5577-74B3D4A45DB0}"/>
              </a:ext>
            </a:extLst>
          </p:cNvPr>
          <p:cNvSpPr/>
          <p:nvPr/>
        </p:nvSpPr>
        <p:spPr>
          <a:xfrm>
            <a:off x="2863998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　投稿後の報酬について</a:t>
            </a:r>
          </a:p>
        </p:txBody>
      </p:sp>
      <p:sp>
        <p:nvSpPr>
          <p:cNvPr id="16" name="矢印: 五方向 15">
            <a:extLst>
              <a:ext uri="{FF2B5EF4-FFF2-40B4-BE49-F238E27FC236}">
                <a16:creationId xmlns:a16="http://schemas.microsoft.com/office/drawing/2014/main" id="{5D3F2C52-87A4-7908-7D99-C207EF418458}"/>
              </a:ext>
            </a:extLst>
          </p:cNvPr>
          <p:cNvSpPr/>
          <p:nvPr/>
        </p:nvSpPr>
        <p:spPr>
          <a:xfrm>
            <a:off x="-1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考査一覧画面について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763A6B1-5C17-B982-0B86-1899F469236C}"/>
              </a:ext>
            </a:extLst>
          </p:cNvPr>
          <p:cNvSpPr txBox="1"/>
          <p:nvPr/>
        </p:nvSpPr>
        <p:spPr>
          <a:xfrm>
            <a:off x="822960" y="2875002"/>
            <a:ext cx="109728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66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編集・削除機能</a:t>
            </a:r>
          </a:p>
        </p:txBody>
      </p:sp>
    </p:spTree>
    <p:extLst>
      <p:ext uri="{BB962C8B-B14F-4D97-AF65-F5344CB8AC3E}">
        <p14:creationId xmlns:p14="http://schemas.microsoft.com/office/powerpoint/2010/main" val="3420838606"/>
      </p:ext>
    </p:extLst>
  </p:cSld>
  <p:clrMapOvr>
    <a:masterClrMapping/>
  </p:clrMapOvr>
  <p:transition spd="slow" advTm="2000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02519-2E4E-714E-365A-84C26BDDF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6E6977B9-BECC-CDC3-D46C-FF2EE6BCB2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9213" y="2277483"/>
            <a:ext cx="5415756" cy="4058003"/>
          </a:xfrm>
          <a:prstGeom prst="rect">
            <a:avLst/>
          </a:prstGeom>
        </p:spPr>
      </p:pic>
      <p:sp>
        <p:nvSpPr>
          <p:cNvPr id="8" name="楕円 7">
            <a:extLst>
              <a:ext uri="{FF2B5EF4-FFF2-40B4-BE49-F238E27FC236}">
                <a16:creationId xmlns:a16="http://schemas.microsoft.com/office/drawing/2014/main" id="{A1DE8B8F-D799-5DE4-3316-779A60279F28}"/>
              </a:ext>
            </a:extLst>
          </p:cNvPr>
          <p:cNvSpPr/>
          <p:nvPr/>
        </p:nvSpPr>
        <p:spPr>
          <a:xfrm>
            <a:off x="1289213" y="3710940"/>
            <a:ext cx="5288280" cy="1089660"/>
          </a:xfrm>
          <a:prstGeom prst="ellipse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AB64C90-EFA1-F40E-06BF-93F94F452CA6}"/>
              </a:ext>
            </a:extLst>
          </p:cNvPr>
          <p:cNvSpPr txBox="1"/>
          <p:nvPr/>
        </p:nvSpPr>
        <p:spPr>
          <a:xfrm>
            <a:off x="7065804" y="3845362"/>
            <a:ext cx="38771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チェックを外すと好きなパスワードを指定できます</a:t>
            </a:r>
          </a:p>
        </p:txBody>
      </p:sp>
      <p:sp>
        <p:nvSpPr>
          <p:cNvPr id="10" name="矢印: 五方向 9">
            <a:extLst>
              <a:ext uri="{FF2B5EF4-FFF2-40B4-BE49-F238E27FC236}">
                <a16:creationId xmlns:a16="http://schemas.microsoft.com/office/drawing/2014/main" id="{E5CC0DF0-F4F1-5632-3353-AF7BDEF086C5}"/>
              </a:ext>
            </a:extLst>
          </p:cNvPr>
          <p:cNvSpPr/>
          <p:nvPr/>
        </p:nvSpPr>
        <p:spPr>
          <a:xfrm>
            <a:off x="8592000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お願い</a:t>
            </a:r>
          </a:p>
        </p:txBody>
      </p:sp>
      <p:sp>
        <p:nvSpPr>
          <p:cNvPr id="11" name="矢印: 五方向 10">
            <a:extLst>
              <a:ext uri="{FF2B5EF4-FFF2-40B4-BE49-F238E27FC236}">
                <a16:creationId xmlns:a16="http://schemas.microsoft.com/office/drawing/2014/main" id="{0D76C85D-C574-84D7-6B97-DA8BA04DDB48}"/>
              </a:ext>
            </a:extLst>
          </p:cNvPr>
          <p:cNvSpPr/>
          <p:nvPr/>
        </p:nvSpPr>
        <p:spPr>
          <a:xfrm>
            <a:off x="5727999" y="0"/>
            <a:ext cx="3600000" cy="721360"/>
          </a:xfrm>
          <a:prstGeom prst="homePlate">
            <a:avLst/>
          </a:prstGeom>
          <a:effectLst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 編集・削除機能</a:t>
            </a:r>
          </a:p>
        </p:txBody>
      </p:sp>
      <p:sp>
        <p:nvSpPr>
          <p:cNvPr id="12" name="矢印: 五方向 11">
            <a:extLst>
              <a:ext uri="{FF2B5EF4-FFF2-40B4-BE49-F238E27FC236}">
                <a16:creationId xmlns:a16="http://schemas.microsoft.com/office/drawing/2014/main" id="{E1040054-70B3-0FAE-C595-1C756B6800FE}"/>
              </a:ext>
            </a:extLst>
          </p:cNvPr>
          <p:cNvSpPr/>
          <p:nvPr/>
        </p:nvSpPr>
        <p:spPr>
          <a:xfrm>
            <a:off x="2863998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　投稿後の報酬について</a:t>
            </a:r>
          </a:p>
        </p:txBody>
      </p:sp>
      <p:sp>
        <p:nvSpPr>
          <p:cNvPr id="13" name="矢印: 五方向 12">
            <a:extLst>
              <a:ext uri="{FF2B5EF4-FFF2-40B4-BE49-F238E27FC236}">
                <a16:creationId xmlns:a16="http://schemas.microsoft.com/office/drawing/2014/main" id="{CD8EDA04-8345-5019-1ADE-5045E15012FA}"/>
              </a:ext>
            </a:extLst>
          </p:cNvPr>
          <p:cNvSpPr/>
          <p:nvPr/>
        </p:nvSpPr>
        <p:spPr>
          <a:xfrm>
            <a:off x="-1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考査一覧画面について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78465C2-B4AD-22DD-FA32-379DD0952214}"/>
              </a:ext>
            </a:extLst>
          </p:cNvPr>
          <p:cNvSpPr txBox="1"/>
          <p:nvPr/>
        </p:nvSpPr>
        <p:spPr>
          <a:xfrm>
            <a:off x="450182" y="1051592"/>
            <a:ext cx="112916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u="sng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アップロード時に「</a:t>
            </a:r>
            <a:r>
              <a:rPr kumimoji="1" lang="ja-JP" altLang="en-US" sz="3200" u="sng" dirty="0">
                <a:solidFill>
                  <a:schemeClr val="accent6"/>
                </a:solidFill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管理パスワード</a:t>
            </a:r>
            <a:r>
              <a:rPr kumimoji="1" lang="ja-JP" altLang="en-US" sz="2400" u="sng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」を指定すると</a:t>
            </a:r>
            <a:endParaRPr kumimoji="1" lang="en-US" altLang="ja-JP" sz="2400" u="sng" dirty="0">
              <a:latin typeface="J-イワタ新ゴシック体ProN E" panose="020B0900000000000000" pitchFamily="34" charset="-128"/>
              <a:ea typeface="J-イワタ新ゴシック体ProN E" panose="020B0900000000000000" pitchFamily="34" charset="-128"/>
            </a:endParaRPr>
          </a:p>
          <a:p>
            <a:r>
              <a:rPr kumimoji="1" lang="ja-JP" altLang="en-US" sz="2400" u="sng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検索画面から内容を編集したり、削除したりできるようになりました！</a:t>
            </a:r>
          </a:p>
        </p:txBody>
      </p:sp>
      <p:sp>
        <p:nvSpPr>
          <p:cNvPr id="15" name="吹き出し: 四角形 14">
            <a:extLst>
              <a:ext uri="{FF2B5EF4-FFF2-40B4-BE49-F238E27FC236}">
                <a16:creationId xmlns:a16="http://schemas.microsoft.com/office/drawing/2014/main" id="{4806943F-2138-8CFD-29B2-007204126031}"/>
              </a:ext>
            </a:extLst>
          </p:cNvPr>
          <p:cNvSpPr/>
          <p:nvPr/>
        </p:nvSpPr>
        <p:spPr>
          <a:xfrm>
            <a:off x="6463998" y="2335931"/>
            <a:ext cx="3659841" cy="954106"/>
          </a:xfrm>
          <a:prstGeom prst="wedgeRectCallout">
            <a:avLst>
              <a:gd name="adj1" fmla="val -67055"/>
              <a:gd name="adj2" fmla="val 33749"/>
            </a:avLst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kumimoji="1" lang="ja-JP" altLang="en-US" sz="28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アップロード画面</a:t>
            </a:r>
          </a:p>
        </p:txBody>
      </p:sp>
    </p:spTree>
    <p:extLst>
      <p:ext uri="{BB962C8B-B14F-4D97-AF65-F5344CB8AC3E}">
        <p14:creationId xmlns:p14="http://schemas.microsoft.com/office/powerpoint/2010/main" val="12208127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4000">
        <p:fade/>
      </p:transition>
    </mc:Choice>
    <mc:Fallback>
      <p:transition spd="med" advTm="4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D924C-9DAF-6FC4-4B3A-2B84B1890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7207F0C-54FD-C70F-E256-C314C1D14C5A}"/>
              </a:ext>
            </a:extLst>
          </p:cNvPr>
          <p:cNvSpPr txBox="1"/>
          <p:nvPr/>
        </p:nvSpPr>
        <p:spPr>
          <a:xfrm>
            <a:off x="450182" y="1051592"/>
            <a:ext cx="112916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u="sng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アップロード時に「</a:t>
            </a:r>
            <a:r>
              <a:rPr kumimoji="1" lang="ja-JP" altLang="en-US" sz="3200" u="sng" dirty="0">
                <a:solidFill>
                  <a:schemeClr val="accent6"/>
                </a:solidFill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管理パスワード</a:t>
            </a:r>
            <a:r>
              <a:rPr kumimoji="1" lang="ja-JP" altLang="en-US" sz="2400" u="sng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」を指定すると</a:t>
            </a:r>
            <a:endParaRPr kumimoji="1" lang="en-US" altLang="ja-JP" sz="2400" u="sng" dirty="0">
              <a:latin typeface="J-イワタ新ゴシック体ProN E" panose="020B0900000000000000" pitchFamily="34" charset="-128"/>
              <a:ea typeface="J-イワタ新ゴシック体ProN E" panose="020B0900000000000000" pitchFamily="34" charset="-128"/>
            </a:endParaRPr>
          </a:p>
          <a:p>
            <a:r>
              <a:rPr kumimoji="1" lang="ja-JP" altLang="en-US" sz="2400" u="sng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検索画面から内容を編集したり、削除したりできるようになりました！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DF899C6-BFF0-A502-99E8-D6C49DA9D3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541" y="2407325"/>
            <a:ext cx="11637614" cy="2667170"/>
          </a:xfrm>
          <a:prstGeom prst="rect">
            <a:avLst/>
          </a:prstGeom>
        </p:spPr>
      </p:pic>
      <p:sp>
        <p:nvSpPr>
          <p:cNvPr id="4" name="楕円 3">
            <a:extLst>
              <a:ext uri="{FF2B5EF4-FFF2-40B4-BE49-F238E27FC236}">
                <a16:creationId xmlns:a16="http://schemas.microsoft.com/office/drawing/2014/main" id="{C046D998-3DD5-BBE0-4874-DDF80E321FB5}"/>
              </a:ext>
            </a:extLst>
          </p:cNvPr>
          <p:cNvSpPr/>
          <p:nvPr/>
        </p:nvSpPr>
        <p:spPr>
          <a:xfrm>
            <a:off x="11016541" y="2477908"/>
            <a:ext cx="732952" cy="426550"/>
          </a:xfrm>
          <a:prstGeom prst="ellipse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5A210B19-ABE9-4707-8C52-2581B49928F0}"/>
              </a:ext>
            </a:extLst>
          </p:cNvPr>
          <p:cNvSpPr/>
          <p:nvPr/>
        </p:nvSpPr>
        <p:spPr>
          <a:xfrm>
            <a:off x="11009439" y="2872947"/>
            <a:ext cx="747157" cy="426550"/>
          </a:xfrm>
          <a:prstGeom prst="ellipse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CB4F45FA-838D-F073-A1E0-60C153DD2F01}"/>
              </a:ext>
            </a:extLst>
          </p:cNvPr>
          <p:cNvSpPr/>
          <p:nvPr/>
        </p:nvSpPr>
        <p:spPr>
          <a:xfrm>
            <a:off x="11016541" y="3299497"/>
            <a:ext cx="732952" cy="426550"/>
          </a:xfrm>
          <a:prstGeom prst="ellipse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84BF9534-546A-1741-333A-5C41FAE6361D}"/>
              </a:ext>
            </a:extLst>
          </p:cNvPr>
          <p:cNvSpPr/>
          <p:nvPr/>
        </p:nvSpPr>
        <p:spPr>
          <a:xfrm>
            <a:off x="11016541" y="3711184"/>
            <a:ext cx="732952" cy="426550"/>
          </a:xfrm>
          <a:prstGeom prst="ellipse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EE0B207D-BE31-51C7-D162-5D2FA054A43E}"/>
              </a:ext>
            </a:extLst>
          </p:cNvPr>
          <p:cNvSpPr/>
          <p:nvPr/>
        </p:nvSpPr>
        <p:spPr>
          <a:xfrm>
            <a:off x="11016541" y="4104438"/>
            <a:ext cx="732952" cy="426550"/>
          </a:xfrm>
          <a:prstGeom prst="ellipse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74403E38-6C9F-D023-179F-19E7D1C1DF52}"/>
              </a:ext>
            </a:extLst>
          </p:cNvPr>
          <p:cNvSpPr/>
          <p:nvPr/>
        </p:nvSpPr>
        <p:spPr>
          <a:xfrm>
            <a:off x="11016541" y="4467966"/>
            <a:ext cx="732952" cy="426550"/>
          </a:xfrm>
          <a:prstGeom prst="ellipse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78E669C-43FE-B487-C4B5-C12CB64BAB1E}"/>
              </a:ext>
            </a:extLst>
          </p:cNvPr>
          <p:cNvSpPr txBox="1"/>
          <p:nvPr/>
        </p:nvSpPr>
        <p:spPr>
          <a:xfrm>
            <a:off x="3726181" y="5546495"/>
            <a:ext cx="8274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投稿画面で入力したパスワードを覚えておいてください</a:t>
            </a:r>
            <a:endParaRPr kumimoji="1" lang="en-US" altLang="ja-JP" sz="2400" dirty="0">
              <a:latin typeface="J-イワタ新ゴシック体ProN E" panose="020B0900000000000000" pitchFamily="34" charset="-128"/>
              <a:ea typeface="J-イワタ新ゴシック体ProN E" panose="020B0900000000000000" pitchFamily="34" charset="-128"/>
            </a:endParaRPr>
          </a:p>
          <a:p>
            <a:r>
              <a:rPr kumimoji="1" lang="ja-JP" altLang="en-US" sz="24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忘れた方は管理画面から対応するのでメールしてください。</a:t>
            </a:r>
          </a:p>
        </p:txBody>
      </p:sp>
      <p:sp>
        <p:nvSpPr>
          <p:cNvPr id="15" name="矢印: 五方向 14">
            <a:extLst>
              <a:ext uri="{FF2B5EF4-FFF2-40B4-BE49-F238E27FC236}">
                <a16:creationId xmlns:a16="http://schemas.microsoft.com/office/drawing/2014/main" id="{E11ECD15-7991-26B7-C5B1-B5CF842FCFE3}"/>
              </a:ext>
            </a:extLst>
          </p:cNvPr>
          <p:cNvSpPr/>
          <p:nvPr/>
        </p:nvSpPr>
        <p:spPr>
          <a:xfrm>
            <a:off x="8592000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お願い</a:t>
            </a:r>
          </a:p>
        </p:txBody>
      </p:sp>
      <p:sp>
        <p:nvSpPr>
          <p:cNvPr id="16" name="矢印: 五方向 15">
            <a:extLst>
              <a:ext uri="{FF2B5EF4-FFF2-40B4-BE49-F238E27FC236}">
                <a16:creationId xmlns:a16="http://schemas.microsoft.com/office/drawing/2014/main" id="{8A2A3D17-7616-A546-A6CF-B6283DD7A327}"/>
              </a:ext>
            </a:extLst>
          </p:cNvPr>
          <p:cNvSpPr/>
          <p:nvPr/>
        </p:nvSpPr>
        <p:spPr>
          <a:xfrm>
            <a:off x="5727999" y="0"/>
            <a:ext cx="3600000" cy="721360"/>
          </a:xfrm>
          <a:prstGeom prst="homePlate">
            <a:avLst/>
          </a:prstGeom>
          <a:effectLst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 編集・削除機能</a:t>
            </a:r>
          </a:p>
        </p:txBody>
      </p:sp>
      <p:sp>
        <p:nvSpPr>
          <p:cNvPr id="17" name="矢印: 五方向 16">
            <a:extLst>
              <a:ext uri="{FF2B5EF4-FFF2-40B4-BE49-F238E27FC236}">
                <a16:creationId xmlns:a16="http://schemas.microsoft.com/office/drawing/2014/main" id="{2F5CF167-F256-A85A-348E-98ED46F4AE2E}"/>
              </a:ext>
            </a:extLst>
          </p:cNvPr>
          <p:cNvSpPr/>
          <p:nvPr/>
        </p:nvSpPr>
        <p:spPr>
          <a:xfrm>
            <a:off x="2863998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　投稿後の報酬について</a:t>
            </a:r>
          </a:p>
        </p:txBody>
      </p:sp>
      <p:sp>
        <p:nvSpPr>
          <p:cNvPr id="18" name="矢印: 五方向 17">
            <a:extLst>
              <a:ext uri="{FF2B5EF4-FFF2-40B4-BE49-F238E27FC236}">
                <a16:creationId xmlns:a16="http://schemas.microsoft.com/office/drawing/2014/main" id="{DB4F418F-B832-39C3-C51B-B071D59BF26E}"/>
              </a:ext>
            </a:extLst>
          </p:cNvPr>
          <p:cNvSpPr/>
          <p:nvPr/>
        </p:nvSpPr>
        <p:spPr>
          <a:xfrm>
            <a:off x="-1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考査一覧画面について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817D154B-ACE8-D50E-DCB4-BE33565606C3}"/>
              </a:ext>
            </a:extLst>
          </p:cNvPr>
          <p:cNvSpPr/>
          <p:nvPr/>
        </p:nvSpPr>
        <p:spPr>
          <a:xfrm>
            <a:off x="634698" y="4417463"/>
            <a:ext cx="3659841" cy="954106"/>
          </a:xfrm>
          <a:prstGeom prst="wedgeRectCallout">
            <a:avLst>
              <a:gd name="adj1" fmla="val 21432"/>
              <a:gd name="adj2" fmla="val -116398"/>
            </a:avLst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kumimoji="1" lang="ja-JP" altLang="en-US" sz="28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検索画面</a:t>
            </a:r>
          </a:p>
        </p:txBody>
      </p:sp>
    </p:spTree>
    <p:extLst>
      <p:ext uri="{BB962C8B-B14F-4D97-AF65-F5344CB8AC3E}">
        <p14:creationId xmlns:p14="http://schemas.microsoft.com/office/powerpoint/2010/main" val="3208789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4000">
        <p:fade/>
      </p:transition>
    </mc:Choice>
    <mc:Fallback>
      <p:transition spd="med" advTm="4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3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0"/>
                            </p:stCondLst>
                            <p:childTnLst>
                              <p:par>
                                <p:cTn id="2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2C3B5-B744-F00C-8883-77F3FE6E9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矢印: 五方向 18">
            <a:extLst>
              <a:ext uri="{FF2B5EF4-FFF2-40B4-BE49-F238E27FC236}">
                <a16:creationId xmlns:a16="http://schemas.microsoft.com/office/drawing/2014/main" id="{2AD3084B-3EAE-DCDD-3F51-A7985F637B51}"/>
              </a:ext>
            </a:extLst>
          </p:cNvPr>
          <p:cNvSpPr/>
          <p:nvPr/>
        </p:nvSpPr>
        <p:spPr>
          <a:xfrm>
            <a:off x="8592000" y="0"/>
            <a:ext cx="3600000" cy="721360"/>
          </a:xfrm>
          <a:prstGeom prst="homePlate">
            <a:avLst/>
          </a:prstGeom>
          <a:effectLst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お願い</a:t>
            </a:r>
          </a:p>
        </p:txBody>
      </p:sp>
      <p:sp>
        <p:nvSpPr>
          <p:cNvPr id="18" name="矢印: 五方向 17">
            <a:extLst>
              <a:ext uri="{FF2B5EF4-FFF2-40B4-BE49-F238E27FC236}">
                <a16:creationId xmlns:a16="http://schemas.microsoft.com/office/drawing/2014/main" id="{00B3FD0D-E70E-7602-C1EB-0A52C27A0C20}"/>
              </a:ext>
            </a:extLst>
          </p:cNvPr>
          <p:cNvSpPr/>
          <p:nvPr/>
        </p:nvSpPr>
        <p:spPr>
          <a:xfrm>
            <a:off x="5727999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 編集・削除機能</a:t>
            </a:r>
          </a:p>
        </p:txBody>
      </p:sp>
      <p:sp>
        <p:nvSpPr>
          <p:cNvPr id="17" name="矢印: 五方向 16">
            <a:extLst>
              <a:ext uri="{FF2B5EF4-FFF2-40B4-BE49-F238E27FC236}">
                <a16:creationId xmlns:a16="http://schemas.microsoft.com/office/drawing/2014/main" id="{140EB599-6872-A7F3-1790-706E425C1F21}"/>
              </a:ext>
            </a:extLst>
          </p:cNvPr>
          <p:cNvSpPr/>
          <p:nvPr/>
        </p:nvSpPr>
        <p:spPr>
          <a:xfrm>
            <a:off x="2863999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　投稿後の報酬について</a:t>
            </a:r>
          </a:p>
        </p:txBody>
      </p:sp>
      <p:sp>
        <p:nvSpPr>
          <p:cNvPr id="3" name="矢印: 五方向 2">
            <a:extLst>
              <a:ext uri="{FF2B5EF4-FFF2-40B4-BE49-F238E27FC236}">
                <a16:creationId xmlns:a16="http://schemas.microsoft.com/office/drawing/2014/main" id="{C11950FF-B3AE-757C-439F-5A3D9712AFED}"/>
              </a:ext>
            </a:extLst>
          </p:cNvPr>
          <p:cNvSpPr/>
          <p:nvPr/>
        </p:nvSpPr>
        <p:spPr>
          <a:xfrm>
            <a:off x="2863998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　投稿後の報酬について</a:t>
            </a:r>
          </a:p>
        </p:txBody>
      </p:sp>
      <p:sp>
        <p:nvSpPr>
          <p:cNvPr id="16" name="矢印: 五方向 15">
            <a:extLst>
              <a:ext uri="{FF2B5EF4-FFF2-40B4-BE49-F238E27FC236}">
                <a16:creationId xmlns:a16="http://schemas.microsoft.com/office/drawing/2014/main" id="{823EF587-8F16-110A-04C4-39562B35C0FF}"/>
              </a:ext>
            </a:extLst>
          </p:cNvPr>
          <p:cNvSpPr/>
          <p:nvPr/>
        </p:nvSpPr>
        <p:spPr>
          <a:xfrm>
            <a:off x="-1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考査一覧画面について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1E4B9F5-A3C5-556C-A0A7-D89D136188A9}"/>
              </a:ext>
            </a:extLst>
          </p:cNvPr>
          <p:cNvSpPr txBox="1"/>
          <p:nvPr/>
        </p:nvSpPr>
        <p:spPr>
          <a:xfrm>
            <a:off x="822960" y="2875002"/>
            <a:ext cx="109728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66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お願い</a:t>
            </a:r>
          </a:p>
        </p:txBody>
      </p:sp>
    </p:spTree>
    <p:extLst>
      <p:ext uri="{BB962C8B-B14F-4D97-AF65-F5344CB8AC3E}">
        <p14:creationId xmlns:p14="http://schemas.microsoft.com/office/powerpoint/2010/main" val="2008866891"/>
      </p:ext>
    </p:extLst>
  </p:cSld>
  <p:clrMapOvr>
    <a:masterClrMapping/>
  </p:clrMapOvr>
  <p:transition spd="slow" advTm="2000"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2276F-11BF-95CA-551A-673AB7C77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矢印: 五方向 18">
            <a:extLst>
              <a:ext uri="{FF2B5EF4-FFF2-40B4-BE49-F238E27FC236}">
                <a16:creationId xmlns:a16="http://schemas.microsoft.com/office/drawing/2014/main" id="{6BBB9EEC-22C4-D978-C592-A32D76C13AB7}"/>
              </a:ext>
            </a:extLst>
          </p:cNvPr>
          <p:cNvSpPr/>
          <p:nvPr/>
        </p:nvSpPr>
        <p:spPr>
          <a:xfrm>
            <a:off x="8592000" y="0"/>
            <a:ext cx="3600000" cy="721360"/>
          </a:xfrm>
          <a:prstGeom prst="homePlate">
            <a:avLst/>
          </a:prstGeom>
          <a:effectLst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お願い</a:t>
            </a:r>
          </a:p>
        </p:txBody>
      </p:sp>
      <p:sp>
        <p:nvSpPr>
          <p:cNvPr id="18" name="矢印: 五方向 17">
            <a:extLst>
              <a:ext uri="{FF2B5EF4-FFF2-40B4-BE49-F238E27FC236}">
                <a16:creationId xmlns:a16="http://schemas.microsoft.com/office/drawing/2014/main" id="{4F9CCA67-9EA5-B582-C57C-0CBBB52AA7E1}"/>
              </a:ext>
            </a:extLst>
          </p:cNvPr>
          <p:cNvSpPr/>
          <p:nvPr/>
        </p:nvSpPr>
        <p:spPr>
          <a:xfrm>
            <a:off x="5727999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 編集・削除機能</a:t>
            </a:r>
          </a:p>
        </p:txBody>
      </p:sp>
      <p:sp>
        <p:nvSpPr>
          <p:cNvPr id="17" name="矢印: 五方向 16">
            <a:extLst>
              <a:ext uri="{FF2B5EF4-FFF2-40B4-BE49-F238E27FC236}">
                <a16:creationId xmlns:a16="http://schemas.microsoft.com/office/drawing/2014/main" id="{D97A9CEC-C4F0-600C-C4B9-A157914E8215}"/>
              </a:ext>
            </a:extLst>
          </p:cNvPr>
          <p:cNvSpPr/>
          <p:nvPr/>
        </p:nvSpPr>
        <p:spPr>
          <a:xfrm>
            <a:off x="2863999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　投稿後の報酬について</a:t>
            </a:r>
          </a:p>
        </p:txBody>
      </p:sp>
      <p:sp>
        <p:nvSpPr>
          <p:cNvPr id="3" name="矢印: 五方向 2">
            <a:extLst>
              <a:ext uri="{FF2B5EF4-FFF2-40B4-BE49-F238E27FC236}">
                <a16:creationId xmlns:a16="http://schemas.microsoft.com/office/drawing/2014/main" id="{33F0EDFA-1F1E-50A5-C801-1D5D4C5291C1}"/>
              </a:ext>
            </a:extLst>
          </p:cNvPr>
          <p:cNvSpPr/>
          <p:nvPr/>
        </p:nvSpPr>
        <p:spPr>
          <a:xfrm>
            <a:off x="2863998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　投稿後の報酬について</a:t>
            </a:r>
          </a:p>
        </p:txBody>
      </p:sp>
      <p:sp>
        <p:nvSpPr>
          <p:cNvPr id="16" name="矢印: 五方向 15">
            <a:extLst>
              <a:ext uri="{FF2B5EF4-FFF2-40B4-BE49-F238E27FC236}">
                <a16:creationId xmlns:a16="http://schemas.microsoft.com/office/drawing/2014/main" id="{568D47A0-EC80-4213-40B1-ED0CBF29A9C8}"/>
              </a:ext>
            </a:extLst>
          </p:cNvPr>
          <p:cNvSpPr/>
          <p:nvPr/>
        </p:nvSpPr>
        <p:spPr>
          <a:xfrm>
            <a:off x="-1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考査一覧画面について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94FB29D-A3D0-D942-8571-07DBA64F3CA0}"/>
              </a:ext>
            </a:extLst>
          </p:cNvPr>
          <p:cNvSpPr txBox="1"/>
          <p:nvPr/>
        </p:nvSpPr>
        <p:spPr>
          <a:xfrm>
            <a:off x="609600" y="886182"/>
            <a:ext cx="10972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40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お願い</a:t>
            </a:r>
          </a:p>
        </p:txBody>
      </p:sp>
      <p:sp>
        <p:nvSpPr>
          <p:cNvPr id="2" name="四角形: メモ 1">
            <a:extLst>
              <a:ext uri="{FF2B5EF4-FFF2-40B4-BE49-F238E27FC236}">
                <a16:creationId xmlns:a16="http://schemas.microsoft.com/office/drawing/2014/main" id="{D646481D-A56E-B7ED-475D-11D7BFC4CEA0}"/>
              </a:ext>
            </a:extLst>
          </p:cNvPr>
          <p:cNvSpPr/>
          <p:nvPr/>
        </p:nvSpPr>
        <p:spPr>
          <a:xfrm>
            <a:off x="609600" y="1668780"/>
            <a:ext cx="11163300" cy="4632960"/>
          </a:xfrm>
          <a:prstGeom prst="foldedCorner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ja-JP" altLang="en-US" sz="2800" b="1" dirty="0"/>
              <a:t>　</a:t>
            </a:r>
            <a:r>
              <a:rPr kumimoji="1" lang="en-US" altLang="ja-JP" sz="3600" b="1" dirty="0"/>
              <a:t>Instagram</a:t>
            </a:r>
            <a:r>
              <a:rPr kumimoji="1" lang="ja-JP" altLang="en-US" sz="3600" b="1" dirty="0"/>
              <a:t> </a:t>
            </a:r>
            <a:r>
              <a:rPr kumimoji="1" lang="ja-JP" altLang="en-US" sz="2000" b="1" dirty="0"/>
              <a:t>や </a:t>
            </a:r>
            <a:r>
              <a:rPr kumimoji="1" lang="en-US" altLang="ja-JP" sz="3600" b="1" dirty="0"/>
              <a:t>LINE</a:t>
            </a:r>
            <a:r>
              <a:rPr kumimoji="1" lang="ja-JP" altLang="en-US" sz="3600" b="1" dirty="0"/>
              <a:t> </a:t>
            </a:r>
            <a:r>
              <a:rPr kumimoji="1" lang="ja-JP" altLang="en-US" sz="2000" b="1" dirty="0"/>
              <a:t>で開くと、</a:t>
            </a:r>
            <a:r>
              <a:rPr kumimoji="1" lang="ja-JP" altLang="en-US" sz="24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投稿できない</a:t>
            </a:r>
            <a:r>
              <a:rPr kumimoji="1" lang="ja-JP" altLang="en-US" sz="2000" b="1" dirty="0"/>
              <a:t>ことがあるようです</a:t>
            </a:r>
            <a:endParaRPr kumimoji="1" lang="en-US" altLang="ja-JP" sz="2800" b="1" dirty="0"/>
          </a:p>
          <a:p>
            <a:r>
              <a:rPr kumimoji="1" lang="ja-JP" altLang="en-US" sz="2800" b="1" dirty="0"/>
              <a:t>　</a:t>
            </a:r>
            <a:r>
              <a:rPr kumimoji="1" lang="ja-JP" altLang="en-US" sz="2000" b="1" dirty="0"/>
              <a:t>問題が生じた場合は </a:t>
            </a:r>
            <a:r>
              <a:rPr kumimoji="1" lang="ja-JP" altLang="en-US" sz="28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通常のブラウザ </a:t>
            </a:r>
            <a:r>
              <a:rPr kumimoji="1" lang="ja-JP" altLang="en-US" sz="2000" b="1" dirty="0"/>
              <a:t>で開き直してください。</a:t>
            </a:r>
            <a:endParaRPr kumimoji="1" lang="en-US" altLang="ja-JP" sz="2800" b="1" dirty="0"/>
          </a:p>
          <a:p>
            <a:r>
              <a:rPr kumimoji="1" lang="ja-JP" altLang="en-US" sz="4400" b="1" dirty="0"/>
              <a:t>　</a:t>
            </a:r>
            <a:r>
              <a:rPr kumimoji="1" lang="en-US" altLang="ja-JP" sz="2000" b="1" dirty="0"/>
              <a:t>※</a:t>
            </a:r>
            <a:r>
              <a:rPr kumimoji="1" lang="ja-JP" altLang="en-US" sz="2000" b="1" dirty="0">
                <a:solidFill>
                  <a:srgbClr val="FF0000"/>
                </a:solidFill>
              </a:rPr>
              <a:t>投稿後の報酬は投稿したブラウザでのみ有効です。</a:t>
            </a:r>
            <a:endParaRPr kumimoji="1" lang="en-US" altLang="ja-JP" sz="2000" b="1" dirty="0">
              <a:solidFill>
                <a:srgbClr val="FF0000"/>
              </a:solidFill>
            </a:endParaRPr>
          </a:p>
          <a:p>
            <a:endParaRPr kumimoji="1" lang="en-US" altLang="ja-JP" sz="2800" b="1" dirty="0">
              <a:solidFill>
                <a:srgbClr val="FF0000"/>
              </a:solidFill>
            </a:endParaRPr>
          </a:p>
          <a:p>
            <a:endParaRPr kumimoji="1" lang="en-US" altLang="ja-JP" sz="2800" b="1" dirty="0">
              <a:solidFill>
                <a:srgbClr val="FF0000"/>
              </a:solidFill>
            </a:endParaRPr>
          </a:p>
          <a:p>
            <a:endParaRPr kumimoji="1" lang="en-US" altLang="ja-JP" sz="2800" b="1" dirty="0">
              <a:solidFill>
                <a:srgbClr val="FF0000"/>
              </a:solidFill>
            </a:endParaRPr>
          </a:p>
          <a:p>
            <a:endParaRPr kumimoji="1" lang="ja-JP" altLang="en-US" sz="2800" dirty="0"/>
          </a:p>
        </p:txBody>
      </p:sp>
      <p:pic>
        <p:nvPicPr>
          <p:cNvPr id="4" name="Picture 2" descr="Instagram - Wikipedia">
            <a:extLst>
              <a:ext uri="{FF2B5EF4-FFF2-40B4-BE49-F238E27FC236}">
                <a16:creationId xmlns:a16="http://schemas.microsoft.com/office/drawing/2014/main" id="{66C87FD0-213D-1F55-C0DB-BDD8D5E494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8784" y="4367248"/>
            <a:ext cx="843704" cy="843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LINE (アプリケーション) - Wikipedia">
            <a:extLst>
              <a:ext uri="{FF2B5EF4-FFF2-40B4-BE49-F238E27FC236}">
                <a16:creationId xmlns:a16="http://schemas.microsoft.com/office/drawing/2014/main" id="{47B10CA0-AC12-B654-BDF9-308C7C1A6F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0" b="100000" l="0" r="100000">
                        <a14:foregroundMark x1="22222" y1="8000" x2="89778" y2="70667"/>
                        <a14:foregroundMark x1="80889" y1="14222" x2="24444" y2="74667"/>
                        <a14:foregroundMark x1="10667" y1="40444" x2="27111" y2="64889"/>
                        <a14:foregroundMark x1="11556" y1="10667" x2="20000" y2="59556"/>
                        <a14:foregroundMark x1="61333" y1="81778" x2="34222" y2="47556"/>
                        <a14:foregroundMark x1="28889" y1="96889" x2="38222" y2="52444"/>
                        <a14:foregroundMark x1="22222" y1="85333" x2="19556" y2="75111"/>
                        <a14:foregroundMark x1="19556" y1="80444" x2="66222" y2="81333"/>
                        <a14:foregroundMark x1="65333" y1="80889" x2="22667" y2="50222"/>
                        <a14:foregroundMark x1="15111" y1="57778" x2="32444" y2="16889"/>
                        <a14:foregroundMark x1="23556" y1="15111" x2="51111" y2="14222"/>
                        <a14:foregroundMark x1="9778" y1="15556" x2="69333" y2="17778"/>
                        <a14:foregroundMark x1="24889" y1="36889" x2="67556" y2="51111"/>
                        <a14:foregroundMark x1="27111" y1="41778" x2="63556" y2="55111"/>
                        <a14:foregroundMark x1="44444" y1="34667" x2="63556" y2="72000"/>
                        <a14:foregroundMark x1="64444" y1="27556" x2="80000" y2="70222"/>
                        <a14:foregroundMark x1="80000" y1="32000" x2="90667" y2="62222"/>
                        <a14:foregroundMark x1="82667" y1="11111" x2="92444" y2="49778"/>
                        <a14:foregroundMark x1="81778" y1="7556" x2="88000" y2="50667"/>
                        <a14:foregroundMark x1="48444" y1="14667" x2="11556" y2="56444"/>
                        <a14:foregroundMark x1="8000" y1="62222" x2="27111" y2="81778"/>
                        <a14:foregroundMark x1="9333" y1="74222" x2="24000" y2="93333"/>
                        <a14:foregroundMark x1="12444" y1="17333" x2="90667" y2="79556"/>
                        <a14:foregroundMark x1="86222" y1="72889" x2="58667" y2="92000"/>
                        <a14:foregroundMark x1="81778" y1="80444" x2="61333" y2="85333"/>
                        <a14:foregroundMark x1="72444" y1="85778" x2="83556" y2="83556"/>
                        <a14:foregroundMark x1="36889" y1="87111" x2="80889" y2="87111"/>
                        <a14:foregroundMark x1="60000" y1="88444" x2="86667" y2="90667"/>
                        <a14:foregroundMark x1="55556" y1="92889" x2="74667" y2="93778"/>
                        <a14:foregroundMark x1="40000" y1="90222" x2="68444" y2="91556"/>
                        <a14:foregroundMark x1="42667" y1="87111" x2="62667" y2="93333"/>
                        <a14:foregroundMark x1="43556" y1="71111" x2="60000" y2="96444"/>
                        <a14:foregroundMark x1="58667" y1="31556" x2="18667" y2="64444"/>
                        <a14:foregroundMark x1="55111" y1="32000" x2="46222" y2="15111"/>
                        <a14:foregroundMark x1="52000" y1="15556" x2="72889" y2="5778"/>
                        <a14:foregroundMark x1="71111" y1="12000" x2="44889" y2="12889"/>
                        <a14:foregroundMark x1="42667" y1="13333" x2="67556" y2="14667"/>
                        <a14:foregroundMark x1="54667" y1="14667" x2="63556" y2="14667"/>
                        <a14:foregroundMark x1="60000" y1="16889" x2="82667" y2="20889"/>
                        <a14:foregroundMark x1="80000" y1="22667" x2="88889" y2="38667"/>
                        <a14:foregroundMark x1="90667" y1="40889" x2="99111" y2="55111"/>
                        <a14:foregroundMark x1="88889" y1="32444" x2="91556" y2="50222"/>
                        <a14:foregroundMark x1="89333" y1="30222" x2="94222" y2="43111"/>
                        <a14:foregroundMark x1="96444" y1="34222" x2="75556" y2="7111"/>
                        <a14:foregroundMark x1="57778" y1="6667" x2="20000" y2="8444"/>
                        <a14:foregroundMark x1="44444" y1="64889" x2="5778" y2="41333"/>
                        <a14:foregroundMark x1="1333" y1="59111" x2="10667" y2="21333"/>
                        <a14:foregroundMark x1="7556" y1="23111" x2="4000" y2="78667"/>
                        <a14:foregroundMark x1="19556" y1="4444" x2="4889" y2="25778"/>
                        <a14:foregroundMark x1="89778" y1="17778" x2="90667" y2="11111"/>
                        <a14:foregroundMark x1="15556" y1="97778" x2="12000" y2="87556"/>
                        <a14:backgroundMark x1="4444" y1="5333" x2="7556" y2="2667"/>
                        <a14:backgroundMark x1="2667" y1="90667" x2="10222" y2="97333"/>
                        <a14:backgroundMark x1="97333" y1="94222" x2="94222" y2="99111"/>
                        <a14:backgroundMark x1="94222" y1="444" x2="99556" y2="355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2010" y="4397697"/>
            <a:ext cx="843705" cy="8437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6" descr="Google Chrome - Wikipedia">
            <a:extLst>
              <a:ext uri="{FF2B5EF4-FFF2-40B4-BE49-F238E27FC236}">
                <a16:creationId xmlns:a16="http://schemas.microsoft.com/office/drawing/2014/main" id="{C7652401-8725-FB0D-F063-04AC9FF313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4000" b="96889" l="889" r="96000">
                        <a14:foregroundMark x1="49333" y1="81778" x2="49333" y2="81778"/>
                        <a14:foregroundMark x1="50222" y1="82667" x2="45333" y2="12000"/>
                        <a14:foregroundMark x1="45333" y1="12000" x2="10222" y2="47556"/>
                        <a14:foregroundMark x1="23556" y1="25333" x2="52889" y2="15556"/>
                        <a14:foregroundMark x1="57333" y1="16000" x2="85333" y2="40000"/>
                        <a14:foregroundMark x1="88000" y1="36000" x2="69778" y2="78667"/>
                        <a14:foregroundMark x1="68889" y1="79556" x2="32444" y2="76444"/>
                        <a14:foregroundMark x1="29778" y1="83556" x2="10667" y2="50222"/>
                        <a14:foregroundMark x1="15556" y1="64444" x2="71556" y2="22667"/>
                        <a14:foregroundMark x1="71556" y1="22667" x2="48889" y2="83111"/>
                        <a14:foregroundMark x1="48889" y1="83111" x2="5333" y2="51556"/>
                        <a14:foregroundMark x1="34222" y1="82222" x2="83556" y2="67111"/>
                        <a14:foregroundMark x1="83111" y1="49778" x2="58222" y2="60000"/>
                        <a14:foregroundMark x1="64889" y1="39111" x2="38667" y2="59556"/>
                        <a14:foregroundMark x1="66667" y1="54667" x2="55111" y2="36000"/>
                        <a14:foregroundMark x1="44444" y1="42667" x2="60889" y2="51556"/>
                        <a14:foregroundMark x1="40444" y1="48444" x2="53333" y2="59111"/>
                        <a14:foregroundMark x1="38667" y1="42222" x2="76000" y2="53778"/>
                        <a14:foregroundMark x1="56889" y1="25333" x2="51111" y2="35111"/>
                        <a14:foregroundMark x1="47111" y1="42222" x2="44444" y2="56889"/>
                        <a14:foregroundMark x1="29778" y1="34222" x2="39556" y2="65333"/>
                        <a14:foregroundMark x1="28000" y1="30667" x2="48444" y2="9778"/>
                        <a14:foregroundMark x1="34222" y1="16444" x2="26371" y2="9947"/>
                        <a14:foregroundMark x1="84889" y1="64444" x2="77333" y2="40000"/>
                        <a14:foregroundMark x1="91556" y1="69778" x2="88889" y2="40000"/>
                        <a14:foregroundMark x1="90222" y1="56444" x2="74222" y2="80889"/>
                        <a14:foregroundMark x1="74667" y1="82667" x2="61333" y2="89333"/>
                        <a14:foregroundMark x1="75556" y1="83111" x2="70667" y2="91556"/>
                        <a14:foregroundMark x1="79556" y1="84889" x2="87111" y2="70222"/>
                        <a14:foregroundMark x1="90222" y1="66222" x2="90667" y2="40444"/>
                        <a14:foregroundMark x1="96000" y1="47556" x2="80000" y2="14667"/>
                        <a14:foregroundMark x1="71556" y1="12000" x2="52000" y2="4000"/>
                        <a14:foregroundMark x1="23111" y1="46667" x2="56889" y2="70222"/>
                        <a14:foregroundMark x1="37333" y1="37778" x2="44444" y2="64889"/>
                        <a14:foregroundMark x1="39111" y1="37333" x2="48444" y2="55111"/>
                        <a14:foregroundMark x1="43111" y1="29333" x2="33778" y2="57333"/>
                        <a14:foregroundMark x1="44444" y1="33778" x2="41333" y2="68000"/>
                        <a14:foregroundMark x1="46222" y1="34667" x2="55556" y2="67556"/>
                        <a14:foregroundMark x1="58222" y1="75556" x2="73333" y2="36000"/>
                        <a14:foregroundMark x1="73333" y1="36000" x2="50222" y2="38222"/>
                        <a14:foregroundMark x1="46222" y1="29778" x2="29778" y2="62222"/>
                        <a14:foregroundMark x1="34222" y1="68000" x2="36889" y2="30222"/>
                        <a14:foregroundMark x1="38667" y1="57333" x2="31556" y2="35111"/>
                        <a14:foregroundMark x1="31556" y1="36889" x2="39111" y2="59111"/>
                        <a14:foregroundMark x1="37333" y1="64000" x2="50222" y2="71111"/>
                        <a14:foregroundMark x1="40000" y1="68000" x2="51111" y2="78667"/>
                        <a14:foregroundMark x1="41333" y1="64444" x2="54667" y2="72444"/>
                        <a14:foregroundMark x1="63556" y1="65333" x2="69333" y2="54222"/>
                        <a14:foregroundMark x1="70667" y1="47111" x2="65778" y2="79556"/>
                        <a14:foregroundMark x1="68889" y1="56444" x2="47111" y2="75111"/>
                        <a14:foregroundMark x1="32889" y1="59556" x2="27556" y2="39556"/>
                        <a14:foregroundMark x1="24889" y1="32444" x2="29778" y2="51556"/>
                        <a14:foregroundMark x1="53333" y1="97333" x2="48444" y2="90222"/>
                        <a14:foregroundMark x1="889" y1="59556" x2="889" y2="54222"/>
                        <a14:backgroundMark x1="444" y1="10667" x2="4444" y2="5778"/>
                        <a14:backgroundMark x1="11111" y1="13778" x2="16444" y2="6222"/>
                        <a14:backgroundMark x1="85333" y1="4444" x2="96889" y2="10667"/>
                        <a14:backgroundMark x1="96000" y1="83556" x2="86667" y2="98667"/>
                        <a14:backgroundMark x1="15111" y1="96444" x2="4444" y2="88889"/>
                        <a14:backgroundMark x1="21333" y1="7111" x2="21333" y2="7111"/>
                        <a14:backgroundMark x1="24000" y1="6222" x2="21333" y2="6222"/>
                        <a14:backgroundMark x1="0" y1="60000" x2="0" y2="60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6775" y="4412394"/>
            <a:ext cx="780246" cy="780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8" descr="Safari - Apple サポート (公式)">
            <a:extLst>
              <a:ext uri="{FF2B5EF4-FFF2-40B4-BE49-F238E27FC236}">
                <a16:creationId xmlns:a16="http://schemas.microsoft.com/office/drawing/2014/main" id="{544FB4B7-0A96-43F1-601C-98332437B2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5015" y="4412394"/>
            <a:ext cx="776826" cy="776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円: 塗りつぶしなし 10">
            <a:extLst>
              <a:ext uri="{FF2B5EF4-FFF2-40B4-BE49-F238E27FC236}">
                <a16:creationId xmlns:a16="http://schemas.microsoft.com/office/drawing/2014/main" id="{B43F1951-5DBA-DEC2-2526-0020CE402E4E}"/>
              </a:ext>
            </a:extLst>
          </p:cNvPr>
          <p:cNvSpPr/>
          <p:nvPr/>
        </p:nvSpPr>
        <p:spPr>
          <a:xfrm>
            <a:off x="7109460" y="3718560"/>
            <a:ext cx="2446020" cy="2253258"/>
          </a:xfrm>
          <a:prstGeom prst="donut">
            <a:avLst>
              <a:gd name="adj" fmla="val 6004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2" name="乗算記号 11">
            <a:extLst>
              <a:ext uri="{FF2B5EF4-FFF2-40B4-BE49-F238E27FC236}">
                <a16:creationId xmlns:a16="http://schemas.microsoft.com/office/drawing/2014/main" id="{11EDF42A-CE60-16A4-1256-D24F434FE819}"/>
              </a:ext>
            </a:extLst>
          </p:cNvPr>
          <p:cNvSpPr/>
          <p:nvPr/>
        </p:nvSpPr>
        <p:spPr>
          <a:xfrm>
            <a:off x="1562100" y="2903119"/>
            <a:ext cx="4594860" cy="3832860"/>
          </a:xfrm>
          <a:prstGeom prst="mathMultiply">
            <a:avLst>
              <a:gd name="adj1" fmla="val 602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56265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6000">
        <p:fade/>
      </p:transition>
    </mc:Choice>
    <mc:Fallback>
      <p:transition spd="med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B2410-D105-D07D-73C5-81B4B0B86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矢印: 五方向 18">
            <a:extLst>
              <a:ext uri="{FF2B5EF4-FFF2-40B4-BE49-F238E27FC236}">
                <a16:creationId xmlns:a16="http://schemas.microsoft.com/office/drawing/2014/main" id="{AB11CF5F-FD41-E4B1-7C56-BBBEA4AA8BED}"/>
              </a:ext>
            </a:extLst>
          </p:cNvPr>
          <p:cNvSpPr/>
          <p:nvPr/>
        </p:nvSpPr>
        <p:spPr>
          <a:xfrm>
            <a:off x="8592000" y="0"/>
            <a:ext cx="3600000" cy="721360"/>
          </a:xfrm>
          <a:prstGeom prst="homePlate">
            <a:avLst/>
          </a:prstGeom>
          <a:effectLst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お願い</a:t>
            </a:r>
          </a:p>
        </p:txBody>
      </p:sp>
      <p:sp>
        <p:nvSpPr>
          <p:cNvPr id="18" name="矢印: 五方向 17">
            <a:extLst>
              <a:ext uri="{FF2B5EF4-FFF2-40B4-BE49-F238E27FC236}">
                <a16:creationId xmlns:a16="http://schemas.microsoft.com/office/drawing/2014/main" id="{65A579B3-36EF-1042-1791-53C71A134450}"/>
              </a:ext>
            </a:extLst>
          </p:cNvPr>
          <p:cNvSpPr/>
          <p:nvPr/>
        </p:nvSpPr>
        <p:spPr>
          <a:xfrm>
            <a:off x="5727999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 編集・削除機能</a:t>
            </a:r>
          </a:p>
        </p:txBody>
      </p:sp>
      <p:sp>
        <p:nvSpPr>
          <p:cNvPr id="17" name="矢印: 五方向 16">
            <a:extLst>
              <a:ext uri="{FF2B5EF4-FFF2-40B4-BE49-F238E27FC236}">
                <a16:creationId xmlns:a16="http://schemas.microsoft.com/office/drawing/2014/main" id="{39E21E4C-6785-1CD6-03E4-F65AE8922F02}"/>
              </a:ext>
            </a:extLst>
          </p:cNvPr>
          <p:cNvSpPr/>
          <p:nvPr/>
        </p:nvSpPr>
        <p:spPr>
          <a:xfrm>
            <a:off x="2863999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　投稿後の報酬について</a:t>
            </a:r>
          </a:p>
        </p:txBody>
      </p:sp>
      <p:sp>
        <p:nvSpPr>
          <p:cNvPr id="3" name="矢印: 五方向 2">
            <a:extLst>
              <a:ext uri="{FF2B5EF4-FFF2-40B4-BE49-F238E27FC236}">
                <a16:creationId xmlns:a16="http://schemas.microsoft.com/office/drawing/2014/main" id="{FBE8422C-E6C6-E28C-CB1D-CF84EC8FCEB5}"/>
              </a:ext>
            </a:extLst>
          </p:cNvPr>
          <p:cNvSpPr/>
          <p:nvPr/>
        </p:nvSpPr>
        <p:spPr>
          <a:xfrm>
            <a:off x="2863998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　投稿後の報酬について</a:t>
            </a:r>
          </a:p>
        </p:txBody>
      </p:sp>
      <p:sp>
        <p:nvSpPr>
          <p:cNvPr id="16" name="矢印: 五方向 15">
            <a:extLst>
              <a:ext uri="{FF2B5EF4-FFF2-40B4-BE49-F238E27FC236}">
                <a16:creationId xmlns:a16="http://schemas.microsoft.com/office/drawing/2014/main" id="{EBBA3370-512E-6DA1-6ADA-6DCE83F5557C}"/>
              </a:ext>
            </a:extLst>
          </p:cNvPr>
          <p:cNvSpPr/>
          <p:nvPr/>
        </p:nvSpPr>
        <p:spPr>
          <a:xfrm>
            <a:off x="-1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考査一覧画面について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07CDED0-B73E-E05E-5520-97908E24FA3D}"/>
              </a:ext>
            </a:extLst>
          </p:cNvPr>
          <p:cNvSpPr txBox="1"/>
          <p:nvPr/>
        </p:nvSpPr>
        <p:spPr>
          <a:xfrm>
            <a:off x="609600" y="886182"/>
            <a:ext cx="10972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40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お願い</a:t>
            </a:r>
          </a:p>
        </p:txBody>
      </p:sp>
      <p:sp>
        <p:nvSpPr>
          <p:cNvPr id="2" name="四角形: メモ 1">
            <a:extLst>
              <a:ext uri="{FF2B5EF4-FFF2-40B4-BE49-F238E27FC236}">
                <a16:creationId xmlns:a16="http://schemas.microsoft.com/office/drawing/2014/main" id="{735F4C02-F3DC-41B0-31D6-ED5D74D42FE4}"/>
              </a:ext>
            </a:extLst>
          </p:cNvPr>
          <p:cNvSpPr/>
          <p:nvPr/>
        </p:nvSpPr>
        <p:spPr>
          <a:xfrm>
            <a:off x="609600" y="1668780"/>
            <a:ext cx="11163300" cy="4632960"/>
          </a:xfrm>
          <a:prstGeom prst="foldedCorner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ja-JP" altLang="en-US" sz="2800" b="1" dirty="0"/>
              <a:t>　</a:t>
            </a:r>
            <a:endParaRPr kumimoji="1" lang="en-US" altLang="ja-JP" sz="2800" b="1" dirty="0">
              <a:solidFill>
                <a:srgbClr val="FF0000"/>
              </a:solidFill>
            </a:endParaRPr>
          </a:p>
          <a:p>
            <a:endParaRPr kumimoji="1" lang="en-US" altLang="ja-JP" sz="2800" b="1" dirty="0">
              <a:solidFill>
                <a:srgbClr val="FF0000"/>
              </a:solidFill>
            </a:endParaRPr>
          </a:p>
          <a:p>
            <a:endParaRPr kumimoji="1" lang="ja-JP" altLang="en-US" sz="28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2BADBA6-31EB-7415-1786-105314C027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683" y="2156530"/>
            <a:ext cx="6755898" cy="3512750"/>
          </a:xfrm>
          <a:prstGeom prst="rect">
            <a:avLst/>
          </a:prstGeom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05878F4-FD49-03BB-343D-05E2CBE63BA7}"/>
              </a:ext>
            </a:extLst>
          </p:cNvPr>
          <p:cNvSpPr txBox="1"/>
          <p:nvPr/>
        </p:nvSpPr>
        <p:spPr>
          <a:xfrm>
            <a:off x="7612581" y="2869148"/>
            <a:ext cx="416031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トップページ下のリンクを共有すると、</a:t>
            </a:r>
            <a:endParaRPr kumimoji="1" lang="en-US" altLang="ja-JP" sz="2800" dirty="0">
              <a:latin typeface="J-イワタ新ゴシック体ProN E" panose="020B0900000000000000" pitchFamily="34" charset="-128"/>
              <a:ea typeface="J-イワタ新ゴシック体ProN E" panose="020B0900000000000000" pitchFamily="34" charset="-128"/>
            </a:endParaRPr>
          </a:p>
          <a:p>
            <a:r>
              <a:rPr kumimoji="1" lang="ja-JP" altLang="en-US" sz="28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強制的に他のブラウザで開かれるはずです</a:t>
            </a:r>
          </a:p>
        </p:txBody>
      </p:sp>
    </p:spTree>
    <p:extLst>
      <p:ext uri="{BB962C8B-B14F-4D97-AF65-F5344CB8AC3E}">
        <p14:creationId xmlns:p14="http://schemas.microsoft.com/office/powerpoint/2010/main" val="163883832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3000">
        <p:fade/>
      </p:transition>
    </mc:Choice>
    <mc:Fallback>
      <p:transition spd="med" advTm="3000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5520D-6056-D0E2-CA60-BA9B87716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矢印: 五方向 18">
            <a:extLst>
              <a:ext uri="{FF2B5EF4-FFF2-40B4-BE49-F238E27FC236}">
                <a16:creationId xmlns:a16="http://schemas.microsoft.com/office/drawing/2014/main" id="{C1B3B482-2E62-03C9-AF73-CFB13A455BA7}"/>
              </a:ext>
            </a:extLst>
          </p:cNvPr>
          <p:cNvSpPr/>
          <p:nvPr/>
        </p:nvSpPr>
        <p:spPr>
          <a:xfrm>
            <a:off x="8592000" y="0"/>
            <a:ext cx="3600000" cy="721360"/>
          </a:xfrm>
          <a:prstGeom prst="homePlate">
            <a:avLst/>
          </a:prstGeom>
          <a:effectLst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お願い</a:t>
            </a:r>
          </a:p>
        </p:txBody>
      </p:sp>
      <p:sp>
        <p:nvSpPr>
          <p:cNvPr id="18" name="矢印: 五方向 17">
            <a:extLst>
              <a:ext uri="{FF2B5EF4-FFF2-40B4-BE49-F238E27FC236}">
                <a16:creationId xmlns:a16="http://schemas.microsoft.com/office/drawing/2014/main" id="{74B92D49-354B-C183-A938-8302764BBE30}"/>
              </a:ext>
            </a:extLst>
          </p:cNvPr>
          <p:cNvSpPr/>
          <p:nvPr/>
        </p:nvSpPr>
        <p:spPr>
          <a:xfrm>
            <a:off x="5727999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 編集・削除機能</a:t>
            </a:r>
          </a:p>
        </p:txBody>
      </p:sp>
      <p:sp>
        <p:nvSpPr>
          <p:cNvPr id="17" name="矢印: 五方向 16">
            <a:extLst>
              <a:ext uri="{FF2B5EF4-FFF2-40B4-BE49-F238E27FC236}">
                <a16:creationId xmlns:a16="http://schemas.microsoft.com/office/drawing/2014/main" id="{BAA443CD-CC74-AB8F-F928-63CB29463EF7}"/>
              </a:ext>
            </a:extLst>
          </p:cNvPr>
          <p:cNvSpPr/>
          <p:nvPr/>
        </p:nvSpPr>
        <p:spPr>
          <a:xfrm>
            <a:off x="2863999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　投稿後の報酬について</a:t>
            </a:r>
          </a:p>
        </p:txBody>
      </p:sp>
      <p:sp>
        <p:nvSpPr>
          <p:cNvPr id="3" name="矢印: 五方向 2">
            <a:extLst>
              <a:ext uri="{FF2B5EF4-FFF2-40B4-BE49-F238E27FC236}">
                <a16:creationId xmlns:a16="http://schemas.microsoft.com/office/drawing/2014/main" id="{E9542BD2-2780-5E97-EE3B-4B6075FAF752}"/>
              </a:ext>
            </a:extLst>
          </p:cNvPr>
          <p:cNvSpPr/>
          <p:nvPr/>
        </p:nvSpPr>
        <p:spPr>
          <a:xfrm>
            <a:off x="2863998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　　　投稿後の報酬について</a:t>
            </a:r>
          </a:p>
        </p:txBody>
      </p:sp>
      <p:sp>
        <p:nvSpPr>
          <p:cNvPr id="16" name="矢印: 五方向 15">
            <a:extLst>
              <a:ext uri="{FF2B5EF4-FFF2-40B4-BE49-F238E27FC236}">
                <a16:creationId xmlns:a16="http://schemas.microsoft.com/office/drawing/2014/main" id="{ECC76EC6-37CF-A60B-9C60-62B1393A8067}"/>
              </a:ext>
            </a:extLst>
          </p:cNvPr>
          <p:cNvSpPr/>
          <p:nvPr/>
        </p:nvSpPr>
        <p:spPr>
          <a:xfrm>
            <a:off x="-1" y="0"/>
            <a:ext cx="3600000" cy="721360"/>
          </a:xfrm>
          <a:prstGeom prst="homePlate">
            <a:avLst/>
          </a:prstGeom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考査一覧画面について</a:t>
            </a:r>
          </a:p>
        </p:txBody>
      </p:sp>
      <p:sp>
        <p:nvSpPr>
          <p:cNvPr id="2" name="四角形: メモ 1">
            <a:extLst>
              <a:ext uri="{FF2B5EF4-FFF2-40B4-BE49-F238E27FC236}">
                <a16:creationId xmlns:a16="http://schemas.microsoft.com/office/drawing/2014/main" id="{E4BFF2E0-35DD-37CA-D5AA-773D390818C1}"/>
              </a:ext>
            </a:extLst>
          </p:cNvPr>
          <p:cNvSpPr/>
          <p:nvPr/>
        </p:nvSpPr>
        <p:spPr>
          <a:xfrm>
            <a:off x="609600" y="1668780"/>
            <a:ext cx="11163300" cy="4632960"/>
          </a:xfrm>
          <a:prstGeom prst="foldedCorner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en-US" altLang="ja-JP" sz="3200" b="1" dirty="0"/>
          </a:p>
          <a:p>
            <a:pPr algn="ctr"/>
            <a:r>
              <a:rPr kumimoji="1" lang="ja-JP" altLang="en-US" sz="3200" b="1" dirty="0"/>
              <a:t>現在の閲覧待ち時間は</a:t>
            </a:r>
            <a:r>
              <a:rPr kumimoji="1" lang="en-US" altLang="ja-JP" sz="3200" b="1" dirty="0"/>
              <a:t>180</a:t>
            </a:r>
            <a:r>
              <a:rPr kumimoji="1" lang="ja-JP" altLang="en-US" sz="3200" b="1" dirty="0"/>
              <a:t>秒です</a:t>
            </a:r>
            <a:endParaRPr kumimoji="1" lang="en-US" altLang="ja-JP" sz="3200" b="1" dirty="0"/>
          </a:p>
          <a:p>
            <a:pPr algn="ctr"/>
            <a:r>
              <a:rPr kumimoji="1" lang="ja-JP" altLang="en-US" sz="3200" b="1" dirty="0"/>
              <a:t>アップロードが活発になったら、待ち時間を短くします。</a:t>
            </a:r>
            <a:endParaRPr kumimoji="1" lang="en-US" altLang="ja-JP" sz="3200" b="1" dirty="0"/>
          </a:p>
          <a:p>
            <a:endParaRPr kumimoji="1" lang="en-US" altLang="ja-JP" sz="3200" b="1" dirty="0"/>
          </a:p>
          <a:p>
            <a:endParaRPr kumimoji="1" lang="en-US" altLang="ja-JP" sz="3200" b="1" dirty="0"/>
          </a:p>
          <a:p>
            <a:pPr algn="ctr"/>
            <a:r>
              <a:rPr kumimoji="1" lang="ja-JP" altLang="en-US" sz="3200" b="1" dirty="0"/>
              <a:t>ぜひ、提供にご協力お願いします</a:t>
            </a:r>
            <a:endParaRPr kumimoji="1" lang="ja-JP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7739020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4000">
        <p:fade/>
      </p:transition>
    </mc:Choice>
    <mc:Fallback>
      <p:transition spd="med" advTm="400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1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3CAD85-5B8E-5719-D112-7918B3727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D9317E30-570C-30A2-3540-8C27306E1A75}"/>
              </a:ext>
            </a:extLst>
          </p:cNvPr>
          <p:cNvGrpSpPr/>
          <p:nvPr/>
        </p:nvGrpSpPr>
        <p:grpSpPr>
          <a:xfrm>
            <a:off x="3654312" y="2325774"/>
            <a:ext cx="5858213" cy="1936384"/>
            <a:chOff x="3654312" y="2397948"/>
            <a:chExt cx="5858213" cy="1936384"/>
          </a:xfrm>
        </p:grpSpPr>
        <p:grpSp>
          <p:nvGrpSpPr>
            <p:cNvPr id="2" name="グループ化 1">
              <a:extLst>
                <a:ext uri="{FF2B5EF4-FFF2-40B4-BE49-F238E27FC236}">
                  <a16:creationId xmlns:a16="http://schemas.microsoft.com/office/drawing/2014/main" id="{CB6E94B8-C12A-CE84-FC6D-968135403EE2}"/>
                </a:ext>
              </a:extLst>
            </p:cNvPr>
            <p:cNvGrpSpPr/>
            <p:nvPr/>
          </p:nvGrpSpPr>
          <p:grpSpPr>
            <a:xfrm>
              <a:off x="3654312" y="2397948"/>
              <a:ext cx="5007538" cy="1692771"/>
              <a:chOff x="3654312" y="2397948"/>
              <a:chExt cx="5007538" cy="1692771"/>
            </a:xfrm>
          </p:grpSpPr>
          <p:grpSp>
            <p:nvGrpSpPr>
              <p:cNvPr id="12" name="グループ化 11">
                <a:extLst>
                  <a:ext uri="{FF2B5EF4-FFF2-40B4-BE49-F238E27FC236}">
                    <a16:creationId xmlns:a16="http://schemas.microsoft.com/office/drawing/2014/main" id="{24917154-C9A1-0D11-70CD-0ADF3E4C00DE}"/>
                  </a:ext>
                </a:extLst>
              </p:cNvPr>
              <p:cNvGrpSpPr/>
              <p:nvPr/>
            </p:nvGrpSpPr>
            <p:grpSpPr>
              <a:xfrm>
                <a:off x="3654312" y="2767280"/>
                <a:ext cx="4883376" cy="1323439"/>
                <a:chOff x="3704364" y="2767279"/>
                <a:chExt cx="4883376" cy="1323439"/>
              </a:xfrm>
            </p:grpSpPr>
            <p:pic>
              <p:nvPicPr>
                <p:cNvPr id="10" name="図 9">
                  <a:extLst>
                    <a:ext uri="{FF2B5EF4-FFF2-40B4-BE49-F238E27FC236}">
                      <a16:creationId xmlns:a16="http://schemas.microsoft.com/office/drawing/2014/main" id="{126F6132-4F3A-B920-F8FC-ED75F4B5FFB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duotone>
                    <a:srgbClr val="4472C4">
                      <a:shade val="45000"/>
                      <a:satMod val="135000"/>
                    </a:srgbClr>
                    <a:prstClr val="white"/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2410" b="97590" l="3710" r="95645">
                              <a14:foregroundMark x1="36129" y1="33936" x2="36129" y2="33936"/>
                              <a14:foregroundMark x1="50645" y1="29920" x2="51290" y2="34538"/>
                              <a14:foregroundMark x1="50161" y1="6627" x2="49355" y2="6024"/>
                              <a14:foregroundMark x1="50161" y1="2410" x2="50161" y2="2410"/>
                              <a14:foregroundMark x1="3710" y1="96787" x2="3710" y2="96787"/>
                              <a14:foregroundMark x1="51935" y1="96988" x2="51935" y2="96988"/>
                              <a14:foregroundMark x1="72903" y1="97791" x2="72903" y2="97791"/>
                              <a14:foregroundMark x1="95645" y1="96988" x2="95645" y2="95984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704364" y="2861771"/>
                  <a:ext cx="1222641" cy="982057"/>
                </a:xfrm>
                <a:prstGeom prst="rect">
                  <a:avLst/>
                </a:prstGeom>
              </p:spPr>
            </p:pic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54058691-F84F-CF7B-9D71-27DAEB8ADF48}"/>
                    </a:ext>
                  </a:extLst>
                </p:cNvPr>
                <p:cNvSpPr txBox="1"/>
                <p:nvPr/>
              </p:nvSpPr>
              <p:spPr>
                <a:xfrm>
                  <a:off x="5242560" y="2767279"/>
                  <a:ext cx="3345180" cy="13234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ja-JP" altLang="en-US" sz="8000" dirty="0">
                      <a:solidFill>
                        <a:schemeClr val="accent1"/>
                      </a:solidFill>
                      <a:latin typeface="J-イワタ学参新教科書体ProN E" panose="02020900000000000000" pitchFamily="18" charset="-128"/>
                      <a:ea typeface="J-イワタ学参新教科書体ProN E" panose="02020900000000000000" pitchFamily="18" charset="-128"/>
                    </a:rPr>
                    <a:t>考査村</a:t>
                  </a:r>
                </a:p>
              </p:txBody>
            </p:sp>
          </p:grpSp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1E47888C-6AA1-8D58-E1CE-31E31252D418}"/>
                  </a:ext>
                </a:extLst>
              </p:cNvPr>
              <p:cNvSpPr txBox="1"/>
              <p:nvPr/>
            </p:nvSpPr>
            <p:spPr>
              <a:xfrm>
                <a:off x="5240470" y="2397948"/>
                <a:ext cx="342138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b="1" dirty="0">
                    <a:solidFill>
                      <a:schemeClr val="accent1"/>
                    </a:solidFill>
                  </a:rPr>
                  <a:t>秋田高校</a:t>
                </a:r>
              </a:p>
            </p:txBody>
          </p:sp>
        </p:grp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3E50B6EA-4FED-8842-DDBD-BB66BC2EA44C}"/>
                </a:ext>
              </a:extLst>
            </p:cNvPr>
            <p:cNvSpPr txBox="1"/>
            <p:nvPr/>
          </p:nvSpPr>
          <p:spPr>
            <a:xfrm>
              <a:off x="4389795" y="3965000"/>
              <a:ext cx="51227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b="1" dirty="0">
                  <a:solidFill>
                    <a:schemeClr val="accent1"/>
                  </a:solidFill>
                </a:rPr>
                <a:t>無料・匿名で使える問題共有サイト</a:t>
              </a:r>
            </a:p>
          </p:txBody>
        </p:sp>
      </p:grpSp>
      <p:pic>
        <p:nvPicPr>
          <p:cNvPr id="5" name="ロゴ">
            <a:hlinkClick r:id="" action="ppaction://media"/>
            <a:extLst>
              <a:ext uri="{FF2B5EF4-FFF2-40B4-BE49-F238E27FC236}">
                <a16:creationId xmlns:a16="http://schemas.microsoft.com/office/drawing/2014/main" id="{57F9D380-934C-E1A0-8CD3-3F112C720D7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239825" y="1716174"/>
            <a:ext cx="609600" cy="6096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6AA62D5-0131-DD9C-A05A-231D2B7583B6}"/>
              </a:ext>
            </a:extLst>
          </p:cNvPr>
          <p:cNvSpPr/>
          <p:nvPr/>
        </p:nvSpPr>
        <p:spPr>
          <a:xfrm>
            <a:off x="0" y="4700388"/>
            <a:ext cx="12192000" cy="12549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C3F10F2-66E5-FED0-F174-628BB22C256B}"/>
              </a:ext>
            </a:extLst>
          </p:cNvPr>
          <p:cNvSpPr/>
          <p:nvPr/>
        </p:nvSpPr>
        <p:spPr>
          <a:xfrm>
            <a:off x="0" y="4700388"/>
            <a:ext cx="12192000" cy="1254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376C0EF-889B-4B44-AEE7-9F7E1FD2D87E}"/>
              </a:ext>
            </a:extLst>
          </p:cNvPr>
          <p:cNvSpPr txBox="1"/>
          <p:nvPr/>
        </p:nvSpPr>
        <p:spPr>
          <a:xfrm>
            <a:off x="2072640" y="5190891"/>
            <a:ext cx="8359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 操作方法の説明に、以前のバージョンの画面が使われていることがあります。</a:t>
            </a:r>
          </a:p>
        </p:txBody>
      </p:sp>
    </p:spTree>
    <p:extLst>
      <p:ext uri="{BB962C8B-B14F-4D97-AF65-F5344CB8AC3E}">
        <p14:creationId xmlns:p14="http://schemas.microsoft.com/office/powerpoint/2010/main" val="1258861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3000">
        <p:fade/>
      </p:transition>
    </mc:Choice>
    <mc:Fallback>
      <p:transition spd="med" advTm="3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xit" presetSubtype="8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22" presetClass="exit" presetSubtype="8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numSld="999" showWhenStopped="0">
                <p:cTn id="2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  <p:bldLst>
      <p:bldP spid="4" grpId="0" animBg="1"/>
      <p:bldP spid="4" grpId="1" animBg="1"/>
      <p:bldP spid="6" grpId="0" animBg="1"/>
      <p:bldP spid="6" grpId="1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C02519-2E4E-714E-365A-84C26BDDF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7E2467B8-6763-89AA-E042-9753EB25C719}"/>
              </a:ext>
            </a:extLst>
          </p:cNvPr>
          <p:cNvSpPr/>
          <p:nvPr/>
        </p:nvSpPr>
        <p:spPr>
          <a:xfrm>
            <a:off x="1616202" y="665630"/>
            <a:ext cx="8959599" cy="5526743"/>
          </a:xfrm>
          <a:prstGeom prst="roundRect">
            <a:avLst>
              <a:gd name="adj" fmla="val 7124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4800000" sx="102000" sy="102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b="1" dirty="0">
                <a:solidFill>
                  <a:schemeClr val="accent1"/>
                </a:solidFill>
              </a:rPr>
              <a:t>考査村のサービス維持のため、</a:t>
            </a:r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r>
              <a:rPr kumimoji="1" lang="ja-JP" altLang="en-US" sz="2400" b="1" dirty="0">
                <a:solidFill>
                  <a:schemeClr val="accent1"/>
                </a:solidFill>
              </a:rPr>
              <a:t>利用者の皆様にお伝えしたいことがあります。</a:t>
            </a:r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r>
              <a:rPr kumimoji="1" lang="en-US" altLang="ja-JP" sz="2400" b="1" dirty="0">
                <a:solidFill>
                  <a:schemeClr val="accent1"/>
                </a:solidFill>
              </a:rPr>
              <a:t>In order to maintain the services of </a:t>
            </a:r>
            <a:r>
              <a:rPr kumimoji="1" lang="en-US" altLang="ja-JP" sz="2400" b="1" i="1" dirty="0" err="1">
                <a:solidFill>
                  <a:schemeClr val="accent1"/>
                </a:solidFill>
              </a:rPr>
              <a:t>Kosamura</a:t>
            </a:r>
            <a:r>
              <a:rPr kumimoji="1" lang="en-US" altLang="ja-JP" sz="2400" b="1" dirty="0">
                <a:solidFill>
                  <a:schemeClr val="accent1"/>
                </a:solidFill>
              </a:rPr>
              <a:t>,</a:t>
            </a:r>
          </a:p>
          <a:p>
            <a:pPr algn="ctr"/>
            <a:r>
              <a:rPr kumimoji="1" lang="en-US" altLang="ja-JP" sz="2400" b="1" dirty="0">
                <a:solidFill>
                  <a:schemeClr val="accent1"/>
                </a:solidFill>
              </a:rPr>
              <a:t>we have something to tell you.</a:t>
            </a:r>
          </a:p>
          <a:p>
            <a:pPr algn="ctr"/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r>
              <a:rPr kumimoji="1" lang="zh-CN" altLang="en-US" sz="2400" b="1" dirty="0">
                <a:solidFill>
                  <a:schemeClr val="accent1"/>
                </a:solidFill>
              </a:rPr>
              <a:t>为了维护考场村的服务，我们有事要通知您。</a:t>
            </a:r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r>
              <a:rPr kumimoji="1" lang="ko-KR" altLang="en-US" sz="2400" b="1" dirty="0">
                <a:solidFill>
                  <a:schemeClr val="accent1"/>
                </a:solidFill>
              </a:rPr>
              <a:t>고사 마을의 서비스 유지를 위해</a:t>
            </a:r>
            <a:r>
              <a:rPr kumimoji="1" lang="en-US" altLang="ko-KR" sz="2400" b="1" dirty="0">
                <a:solidFill>
                  <a:schemeClr val="accent1"/>
                </a:solidFill>
              </a:rPr>
              <a:t>,</a:t>
            </a:r>
          </a:p>
          <a:p>
            <a:pPr algn="ctr"/>
            <a:r>
              <a:rPr kumimoji="1" lang="ko-KR" altLang="en-US" sz="2400" b="1" dirty="0">
                <a:solidFill>
                  <a:schemeClr val="accent1"/>
                </a:solidFill>
              </a:rPr>
              <a:t>여러분에게 전하고 싶은 일이 있습니다</a:t>
            </a:r>
            <a:r>
              <a:rPr kumimoji="1" lang="en-US" altLang="ko-KR" sz="2400" b="1" dirty="0">
                <a:solidFill>
                  <a:schemeClr val="accent1"/>
                </a:solidFill>
              </a:rPr>
              <a:t>.</a:t>
            </a:r>
            <a:endParaRPr kumimoji="1" lang="ja-JP" altLang="en-US" sz="2400" b="1" dirty="0">
              <a:solidFill>
                <a:schemeClr val="accent1"/>
              </a:solidFill>
            </a:endParaRPr>
          </a:p>
        </p:txBody>
      </p:sp>
      <p:pic>
        <p:nvPicPr>
          <p:cNvPr id="2" name="安全ビデオ">
            <a:hlinkClick r:id="" action="ppaction://media"/>
            <a:extLst>
              <a:ext uri="{FF2B5EF4-FFF2-40B4-BE49-F238E27FC236}">
                <a16:creationId xmlns:a16="http://schemas.microsoft.com/office/drawing/2014/main" id="{80779BD0-738F-342C-2887-F9A0DAC7918A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end="3973.7913"/>
                </p14:media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07308" y="677662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764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4000">
        <p:fade/>
      </p:transition>
    </mc:Choice>
    <mc:Fallback xmlns="">
      <p:transition spd="med" advTm="4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1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  <p:bldLst>
      <p:bldP spid="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1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図 16">
            <a:extLst>
              <a:ext uri="{FF2B5EF4-FFF2-40B4-BE49-F238E27FC236}">
                <a16:creationId xmlns:a16="http://schemas.microsoft.com/office/drawing/2014/main" id="{43A58D52-BE0D-F526-79B6-5B64C85F8E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3" name="AutoShape 6" descr="色塗りできる人アイコン【黒】のイラスト|ぬれよん-ぬれるフリーイラスト">
            <a:extLst>
              <a:ext uri="{FF2B5EF4-FFF2-40B4-BE49-F238E27FC236}">
                <a16:creationId xmlns:a16="http://schemas.microsoft.com/office/drawing/2014/main" id="{D1357146-51B3-830A-D3CF-248A3A2499D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24" name="AutoShape 8" descr="色塗りできる人アイコン【黒】のイラスト|ぬれよん-ぬれるフリーイラスト">
            <a:extLst>
              <a:ext uri="{FF2B5EF4-FFF2-40B4-BE49-F238E27FC236}">
                <a16:creationId xmlns:a16="http://schemas.microsoft.com/office/drawing/2014/main" id="{BE8677CA-2658-5616-E865-4FB349DAF7E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8923822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">
        <p:fade/>
      </p:transition>
    </mc:Choice>
    <mc:Fallback xmlns="">
      <p:transition spd="med" advTm="1000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1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AB20BC-5765-526E-25D5-CCE4B79E6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CDF2068-3529-7D33-01F2-89336A6802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3124359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FD7F9BD-74F9-8992-213F-A2BC161873D8}"/>
              </a:ext>
            </a:extLst>
          </p:cNvPr>
          <p:cNvSpPr/>
          <p:nvPr/>
        </p:nvSpPr>
        <p:spPr>
          <a:xfrm>
            <a:off x="0" y="166212"/>
            <a:ext cx="12192000" cy="3765550"/>
          </a:xfrm>
          <a:prstGeom prst="rect">
            <a:avLst/>
          </a:prstGeom>
          <a:gradFill>
            <a:gsLst>
              <a:gs pos="18000">
                <a:srgbClr val="EDF1F9"/>
              </a:gs>
              <a:gs pos="55000">
                <a:srgbClr val="EDF1F9">
                  <a:alpha val="55000"/>
                </a:srgbClr>
              </a:gs>
              <a:gs pos="100000">
                <a:srgbClr val="EDF1F9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4100" name="Picture 4" descr="汎用的な人のシルエットアイコン | 商用可の無料(フリー)のアイコン素材をダウンロードできるサイト『icon rainbow』">
            <a:extLst>
              <a:ext uri="{FF2B5EF4-FFF2-40B4-BE49-F238E27FC236}">
                <a16:creationId xmlns:a16="http://schemas.microsoft.com/office/drawing/2014/main" id="{526B872F-F4F9-F83F-93D6-BBA5675EF6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1837" y="5547360"/>
            <a:ext cx="1310640" cy="131064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汎用的な人のシルエットアイコン | 商用可の無料(フリー)のアイコン素材をダウンロードできるサイト『icon rainbow』">
            <a:extLst>
              <a:ext uri="{FF2B5EF4-FFF2-40B4-BE49-F238E27FC236}">
                <a16:creationId xmlns:a16="http://schemas.microsoft.com/office/drawing/2014/main" id="{58BCEF80-B4CD-8B9D-C963-34806DE711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0680" y="5547360"/>
            <a:ext cx="1310640" cy="131064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汎用的な人のシルエットアイコン | 商用可の無料(フリー)のアイコン素材をダウンロードできるサイト『icon rainbow』">
            <a:extLst>
              <a:ext uri="{FF2B5EF4-FFF2-40B4-BE49-F238E27FC236}">
                <a16:creationId xmlns:a16="http://schemas.microsoft.com/office/drawing/2014/main" id="{610E63E7-12C2-1CFA-B760-635D9DC868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9523" y="5547360"/>
            <a:ext cx="1310640" cy="131064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B1" descr="テストのアイコン | 【商用OK/無料】シンプルなフリーアイコン素材サイトSATO ICONS | 丸みのあるアウトラインとシルエットのアイコン 集【商用利用可能】">
            <a:extLst>
              <a:ext uri="{FF2B5EF4-FFF2-40B4-BE49-F238E27FC236}">
                <a16:creationId xmlns:a16="http://schemas.microsoft.com/office/drawing/2014/main" id="{7268B85B-8180-1E7D-7450-FBE46B92B7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5455" y="4316804"/>
            <a:ext cx="1101090" cy="1101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C2">
            <a:extLst>
              <a:ext uri="{FF2B5EF4-FFF2-40B4-BE49-F238E27FC236}">
                <a16:creationId xmlns:a16="http://schemas.microsoft.com/office/drawing/2014/main" id="{BE9DFB35-9E27-86E5-4D55-9052B07E2D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9396" y="4739957"/>
            <a:ext cx="1355874" cy="1355874"/>
          </a:xfrm>
          <a:prstGeom prst="rect">
            <a:avLst/>
          </a:prstGeom>
        </p:spPr>
      </p:pic>
      <p:pic>
        <p:nvPicPr>
          <p:cNvPr id="2052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CAA3AE51-3B22-7E60-86A5-B7E8F87B5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6730" y="4840679"/>
            <a:ext cx="1154430" cy="1154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63D95203-7E16-996C-EEEB-4D046FCE36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6730" y="4840679"/>
            <a:ext cx="1154430" cy="1154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7D13DC1D-BB66-FE3D-1954-35BF9B76A1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6730" y="4840679"/>
            <a:ext cx="1154430" cy="1154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B3" descr="テストのアイコン | 【商用OK/無料】シンプルなフリーアイコン素材サイトSATO ICONS | 丸みのあるアウトラインとシルエットのアイコン 集【商用利用可能】">
            <a:extLst>
              <a:ext uri="{FF2B5EF4-FFF2-40B4-BE49-F238E27FC236}">
                <a16:creationId xmlns:a16="http://schemas.microsoft.com/office/drawing/2014/main" id="{1834CFEE-2234-8AF6-CAC6-B1A7E279A7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5455" y="4316804"/>
            <a:ext cx="1101090" cy="1101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B2" descr="テストのアイコン | 【商用OK/無料】シンプルなフリーアイコン素材サイトSATO ICONS | 丸みのあるアウトラインとシルエットのアイコン 集【商用利用可能】">
            <a:extLst>
              <a:ext uri="{FF2B5EF4-FFF2-40B4-BE49-F238E27FC236}">
                <a16:creationId xmlns:a16="http://schemas.microsoft.com/office/drawing/2014/main" id="{3A3F8261-D82D-1576-7592-9EF142C503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5455" y="4316804"/>
            <a:ext cx="1101090" cy="1101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C1">
            <a:extLst>
              <a:ext uri="{FF2B5EF4-FFF2-40B4-BE49-F238E27FC236}">
                <a16:creationId xmlns:a16="http://schemas.microsoft.com/office/drawing/2014/main" id="{3E9CE7C0-28DD-7416-5BA4-F4153CE00C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9396" y="4739957"/>
            <a:ext cx="1355874" cy="1355874"/>
          </a:xfrm>
          <a:prstGeom prst="rect">
            <a:avLst/>
          </a:prstGeom>
        </p:spPr>
      </p:pic>
      <p:pic>
        <p:nvPicPr>
          <p:cNvPr id="26" name="C3">
            <a:extLst>
              <a:ext uri="{FF2B5EF4-FFF2-40B4-BE49-F238E27FC236}">
                <a16:creationId xmlns:a16="http://schemas.microsoft.com/office/drawing/2014/main" id="{FF6390BF-9917-4C42-2FF0-F1D12D3BF1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9396" y="4739957"/>
            <a:ext cx="1355874" cy="1355874"/>
          </a:xfrm>
          <a:prstGeom prst="rect">
            <a:avLst/>
          </a:prstGeom>
        </p:spPr>
      </p:pic>
      <p:pic>
        <p:nvPicPr>
          <p:cNvPr id="27" name="C3">
            <a:extLst>
              <a:ext uri="{FF2B5EF4-FFF2-40B4-BE49-F238E27FC236}">
                <a16:creationId xmlns:a16="http://schemas.microsoft.com/office/drawing/2014/main" id="{9B7B0F48-A73A-1972-FDAB-36837B15C9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9396" y="4739165"/>
            <a:ext cx="1355874" cy="1355874"/>
          </a:xfrm>
          <a:prstGeom prst="rect">
            <a:avLst/>
          </a:prstGeom>
        </p:spPr>
      </p:pic>
      <p:pic>
        <p:nvPicPr>
          <p:cNvPr id="29" name="C3">
            <a:extLst>
              <a:ext uri="{FF2B5EF4-FFF2-40B4-BE49-F238E27FC236}">
                <a16:creationId xmlns:a16="http://schemas.microsoft.com/office/drawing/2014/main" id="{4628A175-C397-50BD-6EC4-8D688E4EB4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9396" y="4739165"/>
            <a:ext cx="1355874" cy="135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575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">
        <p:fade/>
      </p:transition>
    </mc:Choice>
    <mc:Fallback xmlns="">
      <p:transition spd="med" advTm="1000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1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41501C-9FD9-611F-D606-0875F1CAB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D0F23F10-1D93-CD00-2353-E84B1E45B7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3124359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2BCF685-23D2-96C3-13D3-E6E39640E1AA}"/>
              </a:ext>
            </a:extLst>
          </p:cNvPr>
          <p:cNvSpPr/>
          <p:nvPr/>
        </p:nvSpPr>
        <p:spPr>
          <a:xfrm>
            <a:off x="0" y="166212"/>
            <a:ext cx="12192000" cy="3765550"/>
          </a:xfrm>
          <a:prstGeom prst="rect">
            <a:avLst/>
          </a:prstGeom>
          <a:gradFill>
            <a:gsLst>
              <a:gs pos="18000">
                <a:srgbClr val="EDF1F9"/>
              </a:gs>
              <a:gs pos="55000">
                <a:srgbClr val="EDF1F9">
                  <a:alpha val="55000"/>
                </a:srgbClr>
              </a:gs>
              <a:gs pos="100000">
                <a:srgbClr val="EDF1F9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4100" name="Picture 4" descr="汎用的な人のシルエットアイコン | 商用可の無料(フリー)のアイコン素材をダウンロードできるサイト『icon rainbow』">
            <a:extLst>
              <a:ext uri="{FF2B5EF4-FFF2-40B4-BE49-F238E27FC236}">
                <a16:creationId xmlns:a16="http://schemas.microsoft.com/office/drawing/2014/main" id="{B38A7BB1-85F1-C80C-7279-07BE865F86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1837" y="5547360"/>
            <a:ext cx="1310640" cy="131064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汎用的な人のシルエットアイコン | 商用可の無料(フリー)のアイコン素材をダウンロードできるサイト『icon rainbow』">
            <a:extLst>
              <a:ext uri="{FF2B5EF4-FFF2-40B4-BE49-F238E27FC236}">
                <a16:creationId xmlns:a16="http://schemas.microsoft.com/office/drawing/2014/main" id="{506C99ED-2131-AB3F-FFA3-315C60F01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0680" y="5547360"/>
            <a:ext cx="1310640" cy="131064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汎用的な人のシルエットアイコン | 商用可の無料(フリー)のアイコン素材をダウンロードできるサイト『icon rainbow』">
            <a:extLst>
              <a:ext uri="{FF2B5EF4-FFF2-40B4-BE49-F238E27FC236}">
                <a16:creationId xmlns:a16="http://schemas.microsoft.com/office/drawing/2014/main" id="{DAA3424D-99A1-96D6-D8B6-27CA403EFC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9523" y="5547360"/>
            <a:ext cx="1310640" cy="131064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B1" descr="テストのアイコン | 【商用OK/無料】シンプルなフリーアイコン素材サイトSATO ICONS | 丸みのあるアウトラインとシルエットのアイコン 集【商用利用可能】">
            <a:extLst>
              <a:ext uri="{FF2B5EF4-FFF2-40B4-BE49-F238E27FC236}">
                <a16:creationId xmlns:a16="http://schemas.microsoft.com/office/drawing/2014/main" id="{9D56940B-C309-5195-B5EB-F77EAD5E52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5455" y="4316804"/>
            <a:ext cx="1101090" cy="1101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C2">
            <a:extLst>
              <a:ext uri="{FF2B5EF4-FFF2-40B4-BE49-F238E27FC236}">
                <a16:creationId xmlns:a16="http://schemas.microsoft.com/office/drawing/2014/main" id="{270FFACE-5FA7-899B-CBF1-3AED39FD42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9396" y="4739957"/>
            <a:ext cx="1355874" cy="1355874"/>
          </a:xfrm>
          <a:prstGeom prst="rect">
            <a:avLst/>
          </a:prstGeom>
        </p:spPr>
      </p:pic>
      <p:pic>
        <p:nvPicPr>
          <p:cNvPr id="2052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6895EE57-42A5-4D5A-F9A3-2922F4045D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6730" y="4840679"/>
            <a:ext cx="1154430" cy="1154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694B7AA6-5E2D-22B2-B478-5763419B51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1160" y="904801"/>
            <a:ext cx="1154430" cy="1154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6597F934-CD97-0528-8C10-F153277B6A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1160" y="908611"/>
            <a:ext cx="1154430" cy="1154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B3" descr="テストのアイコン | 【商用OK/無料】シンプルなフリーアイコン素材サイトSATO ICONS | 丸みのあるアウトラインとシルエットのアイコン 集【商用利用可能】">
            <a:extLst>
              <a:ext uri="{FF2B5EF4-FFF2-40B4-BE49-F238E27FC236}">
                <a16:creationId xmlns:a16="http://schemas.microsoft.com/office/drawing/2014/main" id="{D0800236-D458-705D-8AFD-B816EFFCBC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5455" y="931471"/>
            <a:ext cx="1101090" cy="1101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B2" descr="テストのアイコン | 【商用OK/無料】シンプルなフリーアイコン素材サイトSATO ICONS | 丸みのあるアウトラインとシルエットのアイコン 集【商用利用可能】">
            <a:extLst>
              <a:ext uri="{FF2B5EF4-FFF2-40B4-BE49-F238E27FC236}">
                <a16:creationId xmlns:a16="http://schemas.microsoft.com/office/drawing/2014/main" id="{8F199659-0B5B-1419-642B-21E7F42C67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5455" y="935281"/>
            <a:ext cx="1101090" cy="1101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C1">
            <a:extLst>
              <a:ext uri="{FF2B5EF4-FFF2-40B4-BE49-F238E27FC236}">
                <a16:creationId xmlns:a16="http://schemas.microsoft.com/office/drawing/2014/main" id="{F8FEA35D-3500-F30B-FCFF-E50220D85E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9396" y="4739957"/>
            <a:ext cx="1355874" cy="1355874"/>
          </a:xfrm>
          <a:prstGeom prst="rect">
            <a:avLst/>
          </a:prstGeom>
        </p:spPr>
      </p:pic>
      <p:pic>
        <p:nvPicPr>
          <p:cNvPr id="26" name="C3">
            <a:extLst>
              <a:ext uri="{FF2B5EF4-FFF2-40B4-BE49-F238E27FC236}">
                <a16:creationId xmlns:a16="http://schemas.microsoft.com/office/drawing/2014/main" id="{EB12E2B4-7CFC-C1E8-F286-51B97178BE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5363" y="815583"/>
            <a:ext cx="1355874" cy="1355874"/>
          </a:xfrm>
          <a:prstGeom prst="rect">
            <a:avLst/>
          </a:prstGeom>
        </p:spPr>
      </p:pic>
      <p:pic>
        <p:nvPicPr>
          <p:cNvPr id="27" name="C3">
            <a:extLst>
              <a:ext uri="{FF2B5EF4-FFF2-40B4-BE49-F238E27FC236}">
                <a16:creationId xmlns:a16="http://schemas.microsoft.com/office/drawing/2014/main" id="{FA392F6B-72DE-F1B0-8426-147A479F63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5363" y="807889"/>
            <a:ext cx="1355874" cy="1355874"/>
          </a:xfrm>
          <a:prstGeom prst="rect">
            <a:avLst/>
          </a:prstGeom>
        </p:spPr>
      </p:pic>
      <p:pic>
        <p:nvPicPr>
          <p:cNvPr id="29" name="C3">
            <a:extLst>
              <a:ext uri="{FF2B5EF4-FFF2-40B4-BE49-F238E27FC236}">
                <a16:creationId xmlns:a16="http://schemas.microsoft.com/office/drawing/2014/main" id="{B7D2DFD8-518E-E339-76A9-A068C5EC02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5363" y="807889"/>
            <a:ext cx="1355874" cy="1355874"/>
          </a:xfrm>
          <a:prstGeom prst="rect">
            <a:avLst/>
          </a:prstGeom>
        </p:spPr>
      </p:pic>
      <p:sp>
        <p:nvSpPr>
          <p:cNvPr id="4" name="矢印: 右 3">
            <a:extLst>
              <a:ext uri="{FF2B5EF4-FFF2-40B4-BE49-F238E27FC236}">
                <a16:creationId xmlns:a16="http://schemas.microsoft.com/office/drawing/2014/main" id="{5B04F356-3276-008C-09EA-377AD4BE4CF9}"/>
              </a:ext>
            </a:extLst>
          </p:cNvPr>
          <p:cNvSpPr/>
          <p:nvPr/>
        </p:nvSpPr>
        <p:spPr>
          <a:xfrm rot="17551130">
            <a:off x="2418690" y="3360769"/>
            <a:ext cx="2016000" cy="609600"/>
          </a:xfrm>
          <a:prstGeom prst="rightArrow">
            <a:avLst>
              <a:gd name="adj1" fmla="val 36933"/>
              <a:gd name="adj2" fmla="val 74233"/>
            </a:avLst>
          </a:prstGeom>
          <a:solidFill>
            <a:schemeClr val="accent1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矢印: 右 5">
            <a:extLst>
              <a:ext uri="{FF2B5EF4-FFF2-40B4-BE49-F238E27FC236}">
                <a16:creationId xmlns:a16="http://schemas.microsoft.com/office/drawing/2014/main" id="{FE9F14F3-E07E-9994-8758-714274D4B791}"/>
              </a:ext>
            </a:extLst>
          </p:cNvPr>
          <p:cNvSpPr/>
          <p:nvPr/>
        </p:nvSpPr>
        <p:spPr>
          <a:xfrm rot="4048870" flipH="1">
            <a:off x="7630236" y="3391891"/>
            <a:ext cx="2002337" cy="609600"/>
          </a:xfrm>
          <a:prstGeom prst="rightArrow">
            <a:avLst>
              <a:gd name="adj1" fmla="val 36875"/>
              <a:gd name="adj2" fmla="val 74233"/>
            </a:avLst>
          </a:prstGeom>
          <a:solidFill>
            <a:schemeClr val="accent1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矢印: 右 6">
            <a:extLst>
              <a:ext uri="{FF2B5EF4-FFF2-40B4-BE49-F238E27FC236}">
                <a16:creationId xmlns:a16="http://schemas.microsoft.com/office/drawing/2014/main" id="{3FA3ECF5-C01E-4494-3A62-CFD819F68EB5}"/>
              </a:ext>
            </a:extLst>
          </p:cNvPr>
          <p:cNvSpPr/>
          <p:nvPr/>
        </p:nvSpPr>
        <p:spPr>
          <a:xfrm rot="5400000" flipH="1">
            <a:off x="5419688" y="3185375"/>
            <a:ext cx="1352624" cy="609600"/>
          </a:xfrm>
          <a:prstGeom prst="rightArrow">
            <a:avLst>
              <a:gd name="adj1" fmla="val 36767"/>
              <a:gd name="adj2" fmla="val 74233"/>
            </a:avLst>
          </a:prstGeom>
          <a:solidFill>
            <a:schemeClr val="accent1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26" name="Picture 2" descr="データベースサーバーのアイコン | フリーのアイコンイラスト ...">
            <a:extLst>
              <a:ext uri="{FF2B5EF4-FFF2-40B4-BE49-F238E27FC236}">
                <a16:creationId xmlns:a16="http://schemas.microsoft.com/office/drawing/2014/main" id="{50AB974F-8756-34A5-85D0-E8E2A757A5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30102" y="296402"/>
            <a:ext cx="822213" cy="822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B53828FB-A7F7-9F54-A821-8AA69A61A55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76153" y="543711"/>
            <a:ext cx="6039693" cy="1876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5257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">
        <p159:morph option="byObject"/>
      </p:transition>
    </mc:Choice>
    <mc:Fallback xmlns="">
      <p:transition spd="slow" advTm="1000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1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D73C30-EE27-7236-EBB6-F7D2D33BE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DDB1BBC4-0D61-212E-F245-577FA6EF30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3124359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90CFA0A-E3F0-3132-7A2D-01FBA22CD2FC}"/>
              </a:ext>
            </a:extLst>
          </p:cNvPr>
          <p:cNvSpPr/>
          <p:nvPr/>
        </p:nvSpPr>
        <p:spPr>
          <a:xfrm>
            <a:off x="0" y="166212"/>
            <a:ext cx="12192000" cy="3765550"/>
          </a:xfrm>
          <a:prstGeom prst="rect">
            <a:avLst/>
          </a:prstGeom>
          <a:gradFill>
            <a:gsLst>
              <a:gs pos="18000">
                <a:srgbClr val="EDF1F9"/>
              </a:gs>
              <a:gs pos="55000">
                <a:srgbClr val="EDF1F9">
                  <a:alpha val="55000"/>
                </a:srgbClr>
              </a:gs>
              <a:gs pos="100000">
                <a:srgbClr val="EDF1F9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4100" name="Picture 4" descr="汎用的な人のシルエットアイコン | 商用可の無料(フリー)のアイコン素材をダウンロードできるサイト『icon rainbow』">
            <a:extLst>
              <a:ext uri="{FF2B5EF4-FFF2-40B4-BE49-F238E27FC236}">
                <a16:creationId xmlns:a16="http://schemas.microsoft.com/office/drawing/2014/main" id="{A71A3437-4AFA-8CD7-B175-49C579E079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1837" y="5547360"/>
            <a:ext cx="1310640" cy="131064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汎用的な人のシルエットアイコン | 商用可の無料(フリー)のアイコン素材をダウンロードできるサイト『icon rainbow』">
            <a:extLst>
              <a:ext uri="{FF2B5EF4-FFF2-40B4-BE49-F238E27FC236}">
                <a16:creationId xmlns:a16="http://schemas.microsoft.com/office/drawing/2014/main" id="{307F9D4E-F721-93F0-8037-D7C9CD4A06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0680" y="5547360"/>
            <a:ext cx="1310640" cy="131064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汎用的な人のシルエットアイコン | 商用可の無料(フリー)のアイコン素材をダウンロードできるサイト『icon rainbow』">
            <a:extLst>
              <a:ext uri="{FF2B5EF4-FFF2-40B4-BE49-F238E27FC236}">
                <a16:creationId xmlns:a16="http://schemas.microsoft.com/office/drawing/2014/main" id="{522296BC-1312-3F0A-78FD-ACA3C3624C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9523" y="5547360"/>
            <a:ext cx="1310640" cy="131064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B1" descr="テストのアイコン | 【商用OK/無料】シンプルなフリーアイコン素材サイトSATO ICONS | 丸みのあるアウトラインとシルエットのアイコン 集【商用利用可能】">
            <a:extLst>
              <a:ext uri="{FF2B5EF4-FFF2-40B4-BE49-F238E27FC236}">
                <a16:creationId xmlns:a16="http://schemas.microsoft.com/office/drawing/2014/main" id="{9A7B3E60-ADD4-3370-7581-EF78C95844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5455" y="4316804"/>
            <a:ext cx="1101090" cy="1101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C2">
            <a:extLst>
              <a:ext uri="{FF2B5EF4-FFF2-40B4-BE49-F238E27FC236}">
                <a16:creationId xmlns:a16="http://schemas.microsoft.com/office/drawing/2014/main" id="{36D78185-B7F3-80DA-E3D1-4EA06983BD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4159" y="4739957"/>
            <a:ext cx="1355874" cy="1355874"/>
          </a:xfrm>
          <a:prstGeom prst="rect">
            <a:avLst/>
          </a:prstGeom>
        </p:spPr>
      </p:pic>
      <p:pic>
        <p:nvPicPr>
          <p:cNvPr id="2052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20698222-5C28-F483-99C3-ECFE585ADE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7040" y="4840679"/>
            <a:ext cx="1154430" cy="1154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BA2B6B3A-0CAC-1298-CB59-3875B8C8AF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1160" y="904801"/>
            <a:ext cx="1154430" cy="1154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4D39B3D9-B963-5AD5-B2B1-352689300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8148" y="4817819"/>
            <a:ext cx="1154430" cy="1154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B3" descr="テストのアイコン | 【商用OK/無料】シンプルなフリーアイコン素材サイトSATO ICONS | 丸みのあるアウトラインとシルエットのアイコン 集【商用利用可能】">
            <a:extLst>
              <a:ext uri="{FF2B5EF4-FFF2-40B4-BE49-F238E27FC236}">
                <a16:creationId xmlns:a16="http://schemas.microsoft.com/office/drawing/2014/main" id="{F5E0BD2F-200B-242B-2FD9-513708A6D5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5455" y="931471"/>
            <a:ext cx="1101090" cy="1101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B2" descr="テストのアイコン | 【商用OK/無料】シンプルなフリーアイコン素材サイトSATO ICONS | 丸みのあるアウトラインとシルエットのアイコン 集【商用利用可能】">
            <a:extLst>
              <a:ext uri="{FF2B5EF4-FFF2-40B4-BE49-F238E27FC236}">
                <a16:creationId xmlns:a16="http://schemas.microsoft.com/office/drawing/2014/main" id="{1E178680-8B2C-C244-45BA-2407932786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84298" y="4290134"/>
            <a:ext cx="1101090" cy="1101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C3">
            <a:extLst>
              <a:ext uri="{FF2B5EF4-FFF2-40B4-BE49-F238E27FC236}">
                <a16:creationId xmlns:a16="http://schemas.microsoft.com/office/drawing/2014/main" id="{328FA237-A7EE-CC28-28F1-ADEEF078DB93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379220" y="4227475"/>
            <a:ext cx="1355874" cy="1355874"/>
          </a:xfrm>
          <a:prstGeom prst="rect">
            <a:avLst/>
          </a:prstGeom>
        </p:spPr>
      </p:pic>
      <p:pic>
        <p:nvPicPr>
          <p:cNvPr id="27" name="C3">
            <a:extLst>
              <a:ext uri="{FF2B5EF4-FFF2-40B4-BE49-F238E27FC236}">
                <a16:creationId xmlns:a16="http://schemas.microsoft.com/office/drawing/2014/main" id="{6A2D2538-FC04-4D8A-37E8-D675968A89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5363" y="804079"/>
            <a:ext cx="1355874" cy="1355874"/>
          </a:xfrm>
          <a:prstGeom prst="rect">
            <a:avLst/>
          </a:prstGeom>
        </p:spPr>
      </p:pic>
      <p:pic>
        <p:nvPicPr>
          <p:cNvPr id="29" name="C3">
            <a:extLst>
              <a:ext uri="{FF2B5EF4-FFF2-40B4-BE49-F238E27FC236}">
                <a16:creationId xmlns:a16="http://schemas.microsoft.com/office/drawing/2014/main" id="{2E229ED4-B1BF-EDB2-D7C0-0A4B4D138673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326208" y="4713287"/>
            <a:ext cx="1355874" cy="1355874"/>
          </a:xfrm>
          <a:prstGeom prst="rect">
            <a:avLst/>
          </a:prstGeom>
        </p:spPr>
      </p:pic>
      <p:pic>
        <p:nvPicPr>
          <p:cNvPr id="2" name="Picture 2" descr="データベースサーバーのアイコン | フリーのアイコンイラスト ...">
            <a:extLst>
              <a:ext uri="{FF2B5EF4-FFF2-40B4-BE49-F238E27FC236}">
                <a16:creationId xmlns:a16="http://schemas.microsoft.com/office/drawing/2014/main" id="{60C306DD-3F27-72DB-61CA-A3868D0F0E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30102" y="296402"/>
            <a:ext cx="822213" cy="822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11143673-8EBF-57A6-AD73-E610A2D660C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76153" y="543711"/>
            <a:ext cx="6039693" cy="1876687"/>
          </a:xfrm>
          <a:prstGeom prst="rect">
            <a:avLst/>
          </a:prstGeom>
        </p:spPr>
      </p:pic>
      <p:sp>
        <p:nvSpPr>
          <p:cNvPr id="12" name="矢印: 右 11">
            <a:extLst>
              <a:ext uri="{FF2B5EF4-FFF2-40B4-BE49-F238E27FC236}">
                <a16:creationId xmlns:a16="http://schemas.microsoft.com/office/drawing/2014/main" id="{2BA0BDFA-2BC3-2FD4-808F-A0B17CB14CBB}"/>
              </a:ext>
            </a:extLst>
          </p:cNvPr>
          <p:cNvSpPr/>
          <p:nvPr/>
        </p:nvSpPr>
        <p:spPr>
          <a:xfrm rot="5400000">
            <a:off x="5454636" y="2307319"/>
            <a:ext cx="1282728" cy="952500"/>
          </a:xfrm>
          <a:prstGeom prst="rightArrow">
            <a:avLst/>
          </a:prstGeom>
          <a:solidFill>
            <a:schemeClr val="accent6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2F87E5E8-A7AE-F62F-0B5F-0CE7C67445BD}"/>
              </a:ext>
            </a:extLst>
          </p:cNvPr>
          <p:cNvGrpSpPr/>
          <p:nvPr/>
        </p:nvGrpSpPr>
        <p:grpSpPr>
          <a:xfrm>
            <a:off x="517891" y="376836"/>
            <a:ext cx="11156219" cy="6104328"/>
            <a:chOff x="517891" y="376836"/>
            <a:chExt cx="11156219" cy="6104328"/>
          </a:xfrm>
        </p:grpSpPr>
        <p:sp>
          <p:nvSpPr>
            <p:cNvPr id="6" name="四角形: 角を丸くする 5">
              <a:extLst>
                <a:ext uri="{FF2B5EF4-FFF2-40B4-BE49-F238E27FC236}">
                  <a16:creationId xmlns:a16="http://schemas.microsoft.com/office/drawing/2014/main" id="{3D9DC007-FC5F-AFD8-C8DF-78814C07F0B6}"/>
                </a:ext>
              </a:extLst>
            </p:cNvPr>
            <p:cNvSpPr/>
            <p:nvPr/>
          </p:nvSpPr>
          <p:spPr>
            <a:xfrm>
              <a:off x="517891" y="376836"/>
              <a:ext cx="11156219" cy="6104328"/>
            </a:xfrm>
            <a:prstGeom prst="roundRect">
              <a:avLst>
                <a:gd name="adj" fmla="val 7124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400" b="1" dirty="0">
                <a:solidFill>
                  <a:schemeClr val="accent1"/>
                </a:solidFill>
              </a:endParaRPr>
            </a:p>
          </p:txBody>
        </p:sp>
        <p:sp>
          <p:nvSpPr>
            <p:cNvPr id="7" name="四角形: 角を丸くする 6">
              <a:extLst>
                <a:ext uri="{FF2B5EF4-FFF2-40B4-BE49-F238E27FC236}">
                  <a16:creationId xmlns:a16="http://schemas.microsoft.com/office/drawing/2014/main" id="{E39C874C-4CC6-9FA2-516B-DB92F38F293A}"/>
                </a:ext>
              </a:extLst>
            </p:cNvPr>
            <p:cNvSpPr/>
            <p:nvPr/>
          </p:nvSpPr>
          <p:spPr>
            <a:xfrm>
              <a:off x="952501" y="778328"/>
              <a:ext cx="10286999" cy="5301344"/>
            </a:xfrm>
            <a:prstGeom prst="roundRect">
              <a:avLst>
                <a:gd name="adj" fmla="val 7124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>
              <a:outerShdw blurRad="101600" dist="38100" dir="4800000" sx="102000" sy="102000" algn="tl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ja-JP" altLang="en-US" sz="2400" b="1" dirty="0">
                <a:solidFill>
                  <a:schemeClr val="accent1"/>
                </a:solidFill>
              </a:endParaRP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1997E2C7-EB54-D3B4-E1AA-8062C5F23FDB}"/>
                </a:ext>
              </a:extLst>
            </p:cNvPr>
            <p:cNvSpPr txBox="1"/>
            <p:nvPr/>
          </p:nvSpPr>
          <p:spPr>
            <a:xfrm>
              <a:off x="2689413" y="1295110"/>
              <a:ext cx="802789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000" b="1" dirty="0">
                  <a:solidFill>
                    <a:schemeClr val="accent1">
                      <a:lumMod val="75000"/>
                    </a:schemeClr>
                  </a:solidFill>
                </a:rPr>
                <a:t>このサービスはボランディアで成り立っています。</a:t>
              </a:r>
              <a:endParaRPr kumimoji="1" lang="en-US" altLang="ja-JP" sz="2000" b="1" dirty="0">
                <a:solidFill>
                  <a:schemeClr val="accent1">
                    <a:lumMod val="75000"/>
                  </a:schemeClr>
                </a:solidFill>
              </a:endParaRPr>
            </a:p>
            <a:p>
              <a:r>
                <a:rPr kumimoji="1" lang="ja-JP" altLang="en-US" sz="2000" b="1" dirty="0">
                  <a:solidFill>
                    <a:schemeClr val="accent1">
                      <a:lumMod val="75000"/>
                    </a:schemeClr>
                  </a:solidFill>
                </a:rPr>
                <a:t>問題のアップロードやサービスの拡散にご協力ください。</a:t>
              </a:r>
            </a:p>
          </p:txBody>
        </p:sp>
        <p:sp>
          <p:nvSpPr>
            <p:cNvPr id="8" name="フローチャート: 代替処理 7">
              <a:extLst>
                <a:ext uri="{FF2B5EF4-FFF2-40B4-BE49-F238E27FC236}">
                  <a16:creationId xmlns:a16="http://schemas.microsoft.com/office/drawing/2014/main" id="{05365F3C-CC84-8280-0E62-F3E86BC40961}"/>
                </a:ext>
              </a:extLst>
            </p:cNvPr>
            <p:cNvSpPr/>
            <p:nvPr/>
          </p:nvSpPr>
          <p:spPr>
            <a:xfrm>
              <a:off x="1892792" y="1455752"/>
              <a:ext cx="386602" cy="386602"/>
            </a:xfrm>
            <a:prstGeom prst="flowChartAlternateProcess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フローチャート: 代替処理 12">
              <a:extLst>
                <a:ext uri="{FF2B5EF4-FFF2-40B4-BE49-F238E27FC236}">
                  <a16:creationId xmlns:a16="http://schemas.microsoft.com/office/drawing/2014/main" id="{72D08FD2-6409-8F26-6501-06EB55E4CE00}"/>
                </a:ext>
              </a:extLst>
            </p:cNvPr>
            <p:cNvSpPr/>
            <p:nvPr/>
          </p:nvSpPr>
          <p:spPr>
            <a:xfrm>
              <a:off x="1899516" y="2632504"/>
              <a:ext cx="386602" cy="386602"/>
            </a:xfrm>
            <a:prstGeom prst="flowChartAlternateProcess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フローチャート: 代替処理 13">
              <a:extLst>
                <a:ext uri="{FF2B5EF4-FFF2-40B4-BE49-F238E27FC236}">
                  <a16:creationId xmlns:a16="http://schemas.microsoft.com/office/drawing/2014/main" id="{596BC7CE-5A35-878E-C78C-578AA68CE028}"/>
                </a:ext>
              </a:extLst>
            </p:cNvPr>
            <p:cNvSpPr/>
            <p:nvPr/>
          </p:nvSpPr>
          <p:spPr>
            <a:xfrm>
              <a:off x="1906240" y="3809256"/>
              <a:ext cx="386602" cy="386602"/>
            </a:xfrm>
            <a:prstGeom prst="flowChartAlternateProcess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フローチャート: 代替処理 14">
              <a:extLst>
                <a:ext uri="{FF2B5EF4-FFF2-40B4-BE49-F238E27FC236}">
                  <a16:creationId xmlns:a16="http://schemas.microsoft.com/office/drawing/2014/main" id="{CCC068B0-0B0A-305B-A474-D0F2A60218B8}"/>
                </a:ext>
              </a:extLst>
            </p:cNvPr>
            <p:cNvSpPr/>
            <p:nvPr/>
          </p:nvSpPr>
          <p:spPr>
            <a:xfrm>
              <a:off x="1912964" y="4986008"/>
              <a:ext cx="386602" cy="386602"/>
            </a:xfrm>
            <a:prstGeom prst="flowChartAlternateProcess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074B59AD-B15A-80A2-4486-7B7B695DB251}"/>
                </a:ext>
              </a:extLst>
            </p:cNvPr>
            <p:cNvSpPr txBox="1"/>
            <p:nvPr/>
          </p:nvSpPr>
          <p:spPr>
            <a:xfrm>
              <a:off x="2689413" y="2448763"/>
              <a:ext cx="802789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000" b="1" dirty="0">
                  <a:solidFill>
                    <a:schemeClr val="accent1">
                      <a:lumMod val="75000"/>
                    </a:schemeClr>
                  </a:solidFill>
                </a:rPr>
                <a:t>This service is volunteer-driven. Please help by uploading problems and spreading the service.</a:t>
              </a:r>
              <a:endParaRPr kumimoji="1" lang="ja-JP" altLang="en-US" sz="20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1489DEB9-0879-59FA-75B9-01B0AC47EB88}"/>
                </a:ext>
              </a:extLst>
            </p:cNvPr>
            <p:cNvSpPr txBox="1"/>
            <p:nvPr/>
          </p:nvSpPr>
          <p:spPr>
            <a:xfrm>
              <a:off x="2689412" y="3648614"/>
              <a:ext cx="802789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2000" b="1" dirty="0">
                  <a:solidFill>
                    <a:schemeClr val="accent1">
                      <a:lumMod val="75000"/>
                    </a:schemeClr>
                  </a:solidFill>
                </a:rPr>
                <a:t>该服务由志愿者运营，请通过上传您的问题并传播有关该服务的信息来提供帮助。</a:t>
              </a:r>
              <a:endParaRPr kumimoji="1" lang="ja-JP" altLang="en-US" sz="20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2E0FED99-8823-099E-6AB4-54F759616E93}"/>
                </a:ext>
              </a:extLst>
            </p:cNvPr>
            <p:cNvSpPr txBox="1"/>
            <p:nvPr/>
          </p:nvSpPr>
          <p:spPr>
            <a:xfrm>
              <a:off x="2689411" y="4825366"/>
              <a:ext cx="802789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ko-KR" altLang="en-US" sz="2000" b="1" dirty="0">
                  <a:solidFill>
                    <a:schemeClr val="accent1">
                      <a:lumMod val="75000"/>
                    </a:schemeClr>
                  </a:solidFill>
                </a:rPr>
                <a:t>이 서비스는 자원 봉사자가 운영합니다</a:t>
              </a:r>
              <a:r>
                <a:rPr kumimoji="1" lang="en-US" altLang="ko-KR" sz="2000" b="1" dirty="0">
                  <a:solidFill>
                    <a:schemeClr val="accent1">
                      <a:lumMod val="75000"/>
                    </a:schemeClr>
                  </a:solidFill>
                </a:rPr>
                <a:t>. </a:t>
              </a:r>
              <a:r>
                <a:rPr kumimoji="1" lang="ko-KR" altLang="en-US" sz="2000" b="1" dirty="0">
                  <a:solidFill>
                    <a:schemeClr val="accent1">
                      <a:lumMod val="75000"/>
                    </a:schemeClr>
                  </a:solidFill>
                </a:rPr>
                <a:t>문제를 업로드하거나 서비스에 대해 전파하십시오</a:t>
              </a:r>
              <a:r>
                <a:rPr kumimoji="1" lang="en-US" altLang="ko-KR" sz="2000" b="1" dirty="0">
                  <a:solidFill>
                    <a:schemeClr val="accent1">
                      <a:lumMod val="75000"/>
                    </a:schemeClr>
                  </a:solidFill>
                </a:rPr>
                <a:t>.</a:t>
              </a:r>
              <a:endParaRPr kumimoji="1" lang="ja-JP" altLang="en-US" sz="20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grpSp>
        <p:nvGrpSpPr>
          <p:cNvPr id="37" name="グループ化 36">
            <a:extLst>
              <a:ext uri="{FF2B5EF4-FFF2-40B4-BE49-F238E27FC236}">
                <a16:creationId xmlns:a16="http://schemas.microsoft.com/office/drawing/2014/main" id="{30302798-CDB6-E911-8605-C09B6EC0D1C1}"/>
              </a:ext>
            </a:extLst>
          </p:cNvPr>
          <p:cNvGrpSpPr/>
          <p:nvPr/>
        </p:nvGrpSpPr>
        <p:grpSpPr>
          <a:xfrm>
            <a:off x="1668381" y="1347801"/>
            <a:ext cx="873055" cy="4001634"/>
            <a:chOff x="1668381" y="1347801"/>
            <a:chExt cx="873055" cy="4001634"/>
          </a:xfrm>
        </p:grpSpPr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6007ED24-6B6F-42E4-56EA-3DDE318B50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1347801"/>
              <a:ext cx="873055" cy="480839"/>
            </a:xfrm>
            <a:prstGeom prst="rect">
              <a:avLst/>
            </a:prstGeom>
          </p:spPr>
        </p:pic>
        <p:pic>
          <p:nvPicPr>
            <p:cNvPr id="31" name="図 30">
              <a:extLst>
                <a:ext uri="{FF2B5EF4-FFF2-40B4-BE49-F238E27FC236}">
                  <a16:creationId xmlns:a16="http://schemas.microsoft.com/office/drawing/2014/main" id="{A98EE681-5EB2-9084-E029-EEE31D8E6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2521399"/>
              <a:ext cx="873055" cy="480839"/>
            </a:xfrm>
            <a:prstGeom prst="rect">
              <a:avLst/>
            </a:prstGeom>
          </p:spPr>
        </p:pic>
        <p:pic>
          <p:nvPicPr>
            <p:cNvPr id="32" name="図 31">
              <a:extLst>
                <a:ext uri="{FF2B5EF4-FFF2-40B4-BE49-F238E27FC236}">
                  <a16:creationId xmlns:a16="http://schemas.microsoft.com/office/drawing/2014/main" id="{62A5F04D-658E-98BE-1B31-262A5ADBE09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3694997"/>
              <a:ext cx="873055" cy="480839"/>
            </a:xfrm>
            <a:prstGeom prst="rect">
              <a:avLst/>
            </a:prstGeom>
          </p:spPr>
        </p:pic>
        <p:pic>
          <p:nvPicPr>
            <p:cNvPr id="33" name="図 32">
              <a:extLst>
                <a:ext uri="{FF2B5EF4-FFF2-40B4-BE49-F238E27FC236}">
                  <a16:creationId xmlns:a16="http://schemas.microsoft.com/office/drawing/2014/main" id="{673DDBC7-4CAF-A061-A269-4DBCC5B85D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4868596"/>
              <a:ext cx="873055" cy="48083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277461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750" advTm="6000">
        <p159:morph option="byObject"/>
      </p:transition>
    </mc:Choice>
    <mc:Fallback xmlns="">
      <p:transition spd="slow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750"/>
                            </p:stCondLst>
                            <p:childTnLst>
                              <p:par>
                                <p:cTn id="10" presetID="22" presetClass="entr" presetSubtype="8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8000">
              <a:srgbClr val="ACD3F6">
                <a:lumMod val="95000"/>
              </a:srgbClr>
            </a:gs>
            <a:gs pos="55000">
              <a:srgbClr val="ACD3F6"/>
            </a:gs>
            <a:gs pos="100000">
              <a:srgbClr val="EDF1F9"/>
            </a:gs>
          </a:gsLst>
          <a:lin ang="162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890B27-B8E6-CF44-75A1-A173BDA15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10.9-inch iPad Wi-Fi 64GB - Pink (10th generation) – Machines">
            <a:extLst>
              <a:ext uri="{FF2B5EF4-FFF2-40B4-BE49-F238E27FC236}">
                <a16:creationId xmlns:a16="http://schemas.microsoft.com/office/drawing/2014/main" id="{200BDE57-8061-6925-FB65-5E412D02CBA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856" r="20055"/>
          <a:stretch>
            <a:fillRect/>
          </a:stretch>
        </p:blipFill>
        <p:spPr bwMode="auto">
          <a:xfrm rot="16200000">
            <a:off x="2720358" y="-1841227"/>
            <a:ext cx="6751284" cy="108736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CD00F13C-5D71-72E3-550C-8EA859987125}"/>
              </a:ext>
            </a:extLst>
          </p:cNvPr>
          <p:cNvSpPr/>
          <p:nvPr/>
        </p:nvSpPr>
        <p:spPr>
          <a:xfrm>
            <a:off x="2275662" y="770934"/>
            <a:ext cx="7640676" cy="5363648"/>
          </a:xfrm>
          <a:prstGeom prst="roundRect">
            <a:avLst>
              <a:gd name="adj" fmla="val 2922"/>
            </a:avLst>
          </a:prstGeom>
          <a:blipFill dpi="0" rotWithShape="1">
            <a:blip r:embed="rId5"/>
            <a:srcRect/>
            <a:stretch>
              <a:fillRect l="-10316" r="-11684" b="-2000"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矢印: 下 6">
            <a:extLst>
              <a:ext uri="{FF2B5EF4-FFF2-40B4-BE49-F238E27FC236}">
                <a16:creationId xmlns:a16="http://schemas.microsoft.com/office/drawing/2014/main" id="{56CF5BDB-A901-2674-9187-80D4F18E98FC}"/>
              </a:ext>
            </a:extLst>
          </p:cNvPr>
          <p:cNvSpPr/>
          <p:nvPr/>
        </p:nvSpPr>
        <p:spPr>
          <a:xfrm rot="8935720">
            <a:off x="4991203" y="2703317"/>
            <a:ext cx="236243" cy="329316"/>
          </a:xfrm>
          <a:prstGeom prst="downArrow">
            <a:avLst>
              <a:gd name="adj1" fmla="val 34060"/>
              <a:gd name="adj2" fmla="val 73995"/>
            </a:avLst>
          </a:prstGeom>
          <a:solidFill>
            <a:schemeClr val="bg1">
              <a:lumMod val="85000"/>
              <a:lumOff val="15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9687859"/>
      </p:ext>
    </p:extLst>
  </p:cSld>
  <p:clrMapOvr>
    <a:masterClrMapping/>
  </p:clrMapOvr>
  <p:transition spd="slow" advTm="500">
    <p:strips dir="rd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8000">
              <a:srgbClr val="ACD3F6">
                <a:lumMod val="95000"/>
              </a:srgbClr>
            </a:gs>
            <a:gs pos="55000">
              <a:srgbClr val="ACD3F6"/>
            </a:gs>
            <a:gs pos="100000">
              <a:srgbClr val="EDF1F9"/>
            </a:gs>
          </a:gsLst>
          <a:lin ang="162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CB85C3-998A-4F4F-EA31-EEDD30938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10.9-inch iPad Wi-Fi 64GB - Pink (10th generation) – Machines">
            <a:extLst>
              <a:ext uri="{FF2B5EF4-FFF2-40B4-BE49-F238E27FC236}">
                <a16:creationId xmlns:a16="http://schemas.microsoft.com/office/drawing/2014/main" id="{7F35F422-5AAF-965C-8A39-239060A9F0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856" r="20055"/>
          <a:stretch>
            <a:fillRect/>
          </a:stretch>
        </p:blipFill>
        <p:spPr bwMode="auto">
          <a:xfrm rot="16200000">
            <a:off x="2720358" y="-1841227"/>
            <a:ext cx="6751284" cy="108736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E4F5BCA9-4682-3596-C909-04A8379DF164}"/>
              </a:ext>
            </a:extLst>
          </p:cNvPr>
          <p:cNvSpPr/>
          <p:nvPr/>
        </p:nvSpPr>
        <p:spPr>
          <a:xfrm>
            <a:off x="2275662" y="770934"/>
            <a:ext cx="7640676" cy="5363648"/>
          </a:xfrm>
          <a:prstGeom prst="roundRect">
            <a:avLst>
              <a:gd name="adj" fmla="val 2922"/>
            </a:avLst>
          </a:prstGeom>
          <a:blipFill dpi="0" rotWithShape="1">
            <a:blip r:embed="rId5"/>
            <a:srcRect/>
            <a:stretch>
              <a:fillRect l="-10316" r="-11684" b="-2000"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4596B776-B1AB-7BB3-5024-23FB4F776CD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>
                        <a14:foregroundMark x1="14015" y1="39222" x2="21168" y2="58982"/>
                        <a14:foregroundMark x1="21168" y1="58982" x2="19270" y2="59880"/>
                        <a14:foregroundMark x1="41460" y1="37126" x2="37664" y2="42216"/>
                        <a14:foregroundMark x1="84526" y1="53593" x2="80146" y2="52695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9956275">
            <a:off x="5526532" y="4853401"/>
            <a:ext cx="1001801" cy="488469"/>
          </a:xfrm>
          <a:prstGeom prst="rect">
            <a:avLst/>
          </a:prstGeom>
        </p:spPr>
      </p:pic>
      <p:sp>
        <p:nvSpPr>
          <p:cNvPr id="7" name="矢印: 下 6">
            <a:extLst>
              <a:ext uri="{FF2B5EF4-FFF2-40B4-BE49-F238E27FC236}">
                <a16:creationId xmlns:a16="http://schemas.microsoft.com/office/drawing/2014/main" id="{C2AC7BE8-28D4-5758-1B81-C82AA315EFA5}"/>
              </a:ext>
            </a:extLst>
          </p:cNvPr>
          <p:cNvSpPr/>
          <p:nvPr/>
        </p:nvSpPr>
        <p:spPr>
          <a:xfrm rot="8935720">
            <a:off x="6095467" y="5326377"/>
            <a:ext cx="236243" cy="329316"/>
          </a:xfrm>
          <a:prstGeom prst="downArrow">
            <a:avLst>
              <a:gd name="adj1" fmla="val 34060"/>
              <a:gd name="adj2" fmla="val 73995"/>
            </a:avLst>
          </a:prstGeom>
          <a:solidFill>
            <a:schemeClr val="bg1">
              <a:lumMod val="85000"/>
              <a:lumOff val="15000"/>
            </a:schemeClr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4673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650">
        <p159:morph option="byObject"/>
      </p:transition>
    </mc:Choice>
    <mc:Fallback xmlns="">
      <p:transition spd="slow" advTm="65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8000">
              <a:srgbClr val="ACD3F6">
                <a:lumMod val="95000"/>
              </a:srgbClr>
            </a:gs>
            <a:gs pos="55000">
              <a:srgbClr val="ACD3F6"/>
            </a:gs>
            <a:gs pos="100000">
              <a:srgbClr val="EDF1F9"/>
            </a:gs>
          </a:gsLst>
          <a:lin ang="162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C07271-A255-65FF-D416-20DAD6EC3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10.9-inch iPad Wi-Fi 64GB - Pink (10th generation) – Machines">
            <a:extLst>
              <a:ext uri="{FF2B5EF4-FFF2-40B4-BE49-F238E27FC236}">
                <a16:creationId xmlns:a16="http://schemas.microsoft.com/office/drawing/2014/main" id="{567AC5BC-DAC0-06D2-5D99-A6A573704C2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856" r="20055"/>
          <a:stretch>
            <a:fillRect/>
          </a:stretch>
        </p:blipFill>
        <p:spPr bwMode="auto">
          <a:xfrm rot="16200000">
            <a:off x="2720358" y="-1841227"/>
            <a:ext cx="6751284" cy="108736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C596E3B-C761-5EF0-775E-20ED5627DF75}"/>
              </a:ext>
            </a:extLst>
          </p:cNvPr>
          <p:cNvSpPr/>
          <p:nvPr/>
        </p:nvSpPr>
        <p:spPr>
          <a:xfrm>
            <a:off x="2275662" y="770934"/>
            <a:ext cx="7640676" cy="5363648"/>
          </a:xfrm>
          <a:prstGeom prst="roundRect">
            <a:avLst>
              <a:gd name="adj" fmla="val 2922"/>
            </a:avLst>
          </a:prstGeom>
          <a:blipFill dpi="0" rotWithShape="1">
            <a:blip r:embed="rId5"/>
            <a:srcRect/>
            <a:stretch>
              <a:fillRect l="-10316" r="-11684" b="-2000"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A2B0757-CDD3-698D-FDBE-390D2C7A4F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>
                        <a14:foregroundMark x1="14015" y1="39222" x2="21168" y2="58982"/>
                        <a14:foregroundMark x1="21168" y1="58982" x2="19270" y2="59880"/>
                        <a14:foregroundMark x1="41460" y1="37126" x2="37664" y2="42216"/>
                        <a14:foregroundMark x1="84526" y1="53593" x2="80146" y2="52695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3697830">
            <a:off x="7515519" y="1015640"/>
            <a:ext cx="1001801" cy="488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646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 advTm="500">
        <p:strips dir="rd"/>
      </p:transition>
    </mc:Choice>
    <mc:Fallback xmlns="">
      <p:transition spd="slow" advTm="500">
        <p:strips dir="rd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8000">
              <a:srgbClr val="ACD3F6">
                <a:lumMod val="95000"/>
              </a:srgbClr>
            </a:gs>
            <a:gs pos="55000">
              <a:srgbClr val="ACD3F6"/>
            </a:gs>
            <a:gs pos="100000">
              <a:srgbClr val="EDF1F9"/>
            </a:gs>
          </a:gsLst>
          <a:lin ang="162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13787B-EDAE-D479-BFFC-B69AEF8E4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10.9-inch iPad Wi-Fi 64GB - Pink (10th generation) – Machines">
            <a:extLst>
              <a:ext uri="{FF2B5EF4-FFF2-40B4-BE49-F238E27FC236}">
                <a16:creationId xmlns:a16="http://schemas.microsoft.com/office/drawing/2014/main" id="{8BC5DCA2-75C3-CDE4-588A-E5F6BA399C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856" r="20055"/>
          <a:stretch>
            <a:fillRect/>
          </a:stretch>
        </p:blipFill>
        <p:spPr bwMode="auto">
          <a:xfrm rot="16200000">
            <a:off x="2720358" y="-1841227"/>
            <a:ext cx="6751284" cy="108736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B12D7DD2-3C40-0A77-2A24-C5434FC3BF5A}"/>
              </a:ext>
            </a:extLst>
          </p:cNvPr>
          <p:cNvSpPr/>
          <p:nvPr/>
        </p:nvSpPr>
        <p:spPr>
          <a:xfrm>
            <a:off x="2275662" y="770934"/>
            <a:ext cx="7640676" cy="5363648"/>
          </a:xfrm>
          <a:prstGeom prst="roundRect">
            <a:avLst>
              <a:gd name="adj" fmla="val 2922"/>
            </a:avLst>
          </a:prstGeom>
          <a:blipFill dpi="0" rotWithShape="1">
            <a:blip r:embed="rId5"/>
            <a:srcRect/>
            <a:stretch>
              <a:fillRect l="-10316" r="-11684" b="-2000"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1A075A6-B102-3A6A-ABB1-3F8B2402A01A}"/>
              </a:ext>
            </a:extLst>
          </p:cNvPr>
          <p:cNvSpPr/>
          <p:nvPr/>
        </p:nvSpPr>
        <p:spPr>
          <a:xfrm>
            <a:off x="-1" y="-12774"/>
            <a:ext cx="12192000" cy="6858000"/>
          </a:xfrm>
          <a:prstGeom prst="rect">
            <a:avLst/>
          </a:prstGeom>
          <a:solidFill>
            <a:srgbClr val="0D0D0D">
              <a:alpha val="67843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E0126DFF-517C-2105-6F70-5D8C5FCA2D4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0805" r="14543" b="10463"/>
          <a:stretch>
            <a:fillRect/>
          </a:stretch>
        </p:blipFill>
        <p:spPr>
          <a:xfrm>
            <a:off x="7897027" y="0"/>
            <a:ext cx="2019311" cy="2001366"/>
          </a:xfrm>
          <a:custGeom>
            <a:avLst/>
            <a:gdLst>
              <a:gd name="connsiteX0" fmla="*/ 1411647 w 2823294"/>
              <a:gd name="connsiteY0" fmla="*/ 0 h 2823294"/>
              <a:gd name="connsiteX1" fmla="*/ 2823294 w 2823294"/>
              <a:gd name="connsiteY1" fmla="*/ 1411647 h 2823294"/>
              <a:gd name="connsiteX2" fmla="*/ 1411647 w 2823294"/>
              <a:gd name="connsiteY2" fmla="*/ 2823294 h 2823294"/>
              <a:gd name="connsiteX3" fmla="*/ 0 w 2823294"/>
              <a:gd name="connsiteY3" fmla="*/ 1411647 h 2823294"/>
              <a:gd name="connsiteX4" fmla="*/ 1411647 w 2823294"/>
              <a:gd name="connsiteY4" fmla="*/ 0 h 28232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23294" h="2823294">
                <a:moveTo>
                  <a:pt x="1411647" y="0"/>
                </a:moveTo>
                <a:cubicBezTo>
                  <a:pt x="2191278" y="0"/>
                  <a:pt x="2823294" y="632016"/>
                  <a:pt x="2823294" y="1411647"/>
                </a:cubicBezTo>
                <a:cubicBezTo>
                  <a:pt x="2823294" y="2191278"/>
                  <a:pt x="2191278" y="2823294"/>
                  <a:pt x="1411647" y="2823294"/>
                </a:cubicBezTo>
                <a:cubicBezTo>
                  <a:pt x="632016" y="2823294"/>
                  <a:pt x="0" y="2191278"/>
                  <a:pt x="0" y="1411647"/>
                </a:cubicBezTo>
                <a:cubicBezTo>
                  <a:pt x="0" y="632016"/>
                  <a:pt x="632016" y="0"/>
                  <a:pt x="1411647" y="0"/>
                </a:cubicBezTo>
                <a:close/>
              </a:path>
            </a:pathLst>
          </a:custGeom>
        </p:spPr>
      </p:pic>
      <p:grpSp>
        <p:nvGrpSpPr>
          <p:cNvPr id="43" name="グループ化 42">
            <a:extLst>
              <a:ext uri="{FF2B5EF4-FFF2-40B4-BE49-F238E27FC236}">
                <a16:creationId xmlns:a16="http://schemas.microsoft.com/office/drawing/2014/main" id="{2B2E37CE-6DEE-D4F2-458B-21637EF06A4D}"/>
              </a:ext>
            </a:extLst>
          </p:cNvPr>
          <p:cNvGrpSpPr/>
          <p:nvPr/>
        </p:nvGrpSpPr>
        <p:grpSpPr>
          <a:xfrm>
            <a:off x="517891" y="376836"/>
            <a:ext cx="11156219" cy="6104328"/>
            <a:chOff x="517891" y="376836"/>
            <a:chExt cx="11156219" cy="6104328"/>
          </a:xfrm>
        </p:grpSpPr>
        <p:sp>
          <p:nvSpPr>
            <p:cNvPr id="44" name="四角形: 角を丸くする 43">
              <a:extLst>
                <a:ext uri="{FF2B5EF4-FFF2-40B4-BE49-F238E27FC236}">
                  <a16:creationId xmlns:a16="http://schemas.microsoft.com/office/drawing/2014/main" id="{03EC419B-2D72-1C72-9E47-64F4C569C4D7}"/>
                </a:ext>
              </a:extLst>
            </p:cNvPr>
            <p:cNvSpPr/>
            <p:nvPr/>
          </p:nvSpPr>
          <p:spPr>
            <a:xfrm>
              <a:off x="517891" y="376836"/>
              <a:ext cx="11156219" cy="6104328"/>
            </a:xfrm>
            <a:prstGeom prst="roundRect">
              <a:avLst>
                <a:gd name="adj" fmla="val 7124"/>
              </a:avLst>
            </a:prstGeom>
            <a:solidFill>
              <a:srgbClr val="4A66AC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4A66AC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45" name="四角形: 角を丸くする 44">
              <a:extLst>
                <a:ext uri="{FF2B5EF4-FFF2-40B4-BE49-F238E27FC236}">
                  <a16:creationId xmlns:a16="http://schemas.microsoft.com/office/drawing/2014/main" id="{4F41638E-6BF9-2C0B-A7F7-A0ED8F651E1B}"/>
                </a:ext>
              </a:extLst>
            </p:cNvPr>
            <p:cNvSpPr/>
            <p:nvPr/>
          </p:nvSpPr>
          <p:spPr>
            <a:xfrm>
              <a:off x="952501" y="768394"/>
              <a:ext cx="10286999" cy="5301344"/>
            </a:xfrm>
            <a:prstGeom prst="roundRect">
              <a:avLst>
                <a:gd name="adj" fmla="val 7124"/>
              </a:avLst>
            </a:prstGeom>
            <a:solidFill>
              <a:srgbClr val="4A66AC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>
              <a:outerShdw blurRad="101600" dist="38100" dir="4800000" sx="102000" sy="102000" algn="tl" rotWithShape="0">
                <a:prstClr val="black">
                  <a:alpha val="2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4A66AC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46" name="テキスト ボックス 45">
              <a:extLst>
                <a:ext uri="{FF2B5EF4-FFF2-40B4-BE49-F238E27FC236}">
                  <a16:creationId xmlns:a16="http://schemas.microsoft.com/office/drawing/2014/main" id="{455CDD26-6B7A-1059-C713-046DF6425726}"/>
                </a:ext>
              </a:extLst>
            </p:cNvPr>
            <p:cNvSpPr txBox="1"/>
            <p:nvPr/>
          </p:nvSpPr>
          <p:spPr>
            <a:xfrm>
              <a:off x="2689413" y="1442244"/>
              <a:ext cx="802789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defTabSz="914400">
                <a:defRPr/>
              </a:pPr>
              <a:r>
                <a:rPr kumimoji="1" lang="ja-JP" altLang="en-US" sz="2000" b="1" kern="0" dirty="0">
                  <a:solidFill>
                    <a:srgbClr val="4A66AC">
                      <a:lumMod val="75000"/>
                    </a:srgbClr>
                  </a:solidFill>
                  <a:latin typeface="Calibri" panose="020F0502020204030204"/>
                  <a:ea typeface="游ゴシック" panose="020B0400000000000000" pitchFamily="50" charset="-128"/>
                </a:rPr>
                <a:t>問題をアップロードしていただくと、</a:t>
              </a:r>
              <a:r>
                <a:rPr kumimoji="1" lang="ja-JP" altLang="en-US" sz="2000" b="1" kern="0" dirty="0">
                  <a:solidFill>
                    <a:srgbClr val="4A66AC">
                      <a:lumMod val="75000"/>
                    </a:srgbClr>
                  </a:solidFill>
                  <a:latin typeface="游ゴシック" panose="020B0400000000000000" pitchFamily="50" charset="-128"/>
                  <a:ea typeface="游ゴシック" panose="020B0400000000000000" pitchFamily="50" charset="-128"/>
                </a:rPr>
                <a:t>一定時間</a:t>
              </a:r>
              <a:r>
                <a:rPr kumimoji="1" lang="ja-JP" altLang="en-US" sz="2000" b="1" kern="0" dirty="0">
                  <a:solidFill>
                    <a:srgbClr val="4A66AC">
                      <a:lumMod val="75000"/>
                    </a:srgbClr>
                  </a:solidFill>
                  <a:latin typeface="Calibri" panose="020F0502020204030204"/>
                  <a:ea typeface="游ゴシック" panose="020B0400000000000000" pitchFamily="50" charset="-128"/>
                </a:rPr>
                <a:t>広告が表示されません。</a:t>
              </a:r>
              <a:endParaRPr kumimoji="1" lang="ja-JP" alt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4A66AC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</a:endParaRPr>
            </a:p>
          </p:txBody>
        </p:sp>
        <p:sp>
          <p:nvSpPr>
            <p:cNvPr id="47" name="フローチャート: 代替処理 46">
              <a:extLst>
                <a:ext uri="{FF2B5EF4-FFF2-40B4-BE49-F238E27FC236}">
                  <a16:creationId xmlns:a16="http://schemas.microsoft.com/office/drawing/2014/main" id="{3D5D7936-DFB1-9589-4C58-6889216DD723}"/>
                </a:ext>
              </a:extLst>
            </p:cNvPr>
            <p:cNvSpPr/>
            <p:nvPr/>
          </p:nvSpPr>
          <p:spPr>
            <a:xfrm>
              <a:off x="1892792" y="1455752"/>
              <a:ext cx="386602" cy="386602"/>
            </a:xfrm>
            <a:prstGeom prst="flowChartAlternateProcess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48" name="フローチャート: 代替処理 47">
              <a:extLst>
                <a:ext uri="{FF2B5EF4-FFF2-40B4-BE49-F238E27FC236}">
                  <a16:creationId xmlns:a16="http://schemas.microsoft.com/office/drawing/2014/main" id="{34CE199B-F908-7441-9E1C-D1201CEF6E20}"/>
                </a:ext>
              </a:extLst>
            </p:cNvPr>
            <p:cNvSpPr/>
            <p:nvPr/>
          </p:nvSpPr>
          <p:spPr>
            <a:xfrm>
              <a:off x="1899516" y="2632504"/>
              <a:ext cx="386602" cy="386602"/>
            </a:xfrm>
            <a:prstGeom prst="flowChartAlternateProcess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49" name="フローチャート: 代替処理 48">
              <a:extLst>
                <a:ext uri="{FF2B5EF4-FFF2-40B4-BE49-F238E27FC236}">
                  <a16:creationId xmlns:a16="http://schemas.microsoft.com/office/drawing/2014/main" id="{A20CF14B-8DEF-BD32-5868-20362966BA18}"/>
                </a:ext>
              </a:extLst>
            </p:cNvPr>
            <p:cNvSpPr/>
            <p:nvPr/>
          </p:nvSpPr>
          <p:spPr>
            <a:xfrm>
              <a:off x="1906240" y="3809256"/>
              <a:ext cx="386602" cy="386602"/>
            </a:xfrm>
            <a:prstGeom prst="flowChartAlternateProcess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50" name="フローチャート: 代替処理 49">
              <a:extLst>
                <a:ext uri="{FF2B5EF4-FFF2-40B4-BE49-F238E27FC236}">
                  <a16:creationId xmlns:a16="http://schemas.microsoft.com/office/drawing/2014/main" id="{86E6D9FA-CC5C-0CCE-6E76-04964F8622AD}"/>
                </a:ext>
              </a:extLst>
            </p:cNvPr>
            <p:cNvSpPr/>
            <p:nvPr/>
          </p:nvSpPr>
          <p:spPr>
            <a:xfrm>
              <a:off x="1912964" y="4986008"/>
              <a:ext cx="386602" cy="386602"/>
            </a:xfrm>
            <a:prstGeom prst="flowChartAlternateProcess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6C94ACD3-9A8F-3D4A-5C30-07D3FCCB616B}"/>
                </a:ext>
              </a:extLst>
            </p:cNvPr>
            <p:cNvSpPr txBox="1"/>
            <p:nvPr/>
          </p:nvSpPr>
          <p:spPr>
            <a:xfrm>
              <a:off x="2689413" y="2572601"/>
              <a:ext cx="823766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defTabSz="914400">
                <a:defRPr/>
              </a:pPr>
              <a:r>
                <a:rPr kumimoji="1" lang="en-US" altLang="ja-JP" sz="2400" b="1" kern="0" dirty="0">
                  <a:solidFill>
                    <a:srgbClr val="4A66AC">
                      <a:lumMod val="75000"/>
                    </a:srgbClr>
                  </a:solidFill>
                  <a:latin typeface="Calibri" panose="020F0502020204030204"/>
                  <a:ea typeface="游ゴシック" panose="020B0400000000000000" pitchFamily="50" charset="-128"/>
                </a:rPr>
                <a:t>If you upload a question, ads will not be displayed.</a:t>
              </a:r>
              <a:endParaRPr kumimoji="1" lang="ja-JP" alt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4A66AC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</a:endParaRPr>
            </a:p>
          </p:txBody>
        </p:sp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E6BBE5BC-C11E-4F9F-C151-1FADA1D3765A}"/>
                </a:ext>
              </a:extLst>
            </p:cNvPr>
            <p:cNvSpPr txBox="1"/>
            <p:nvPr/>
          </p:nvSpPr>
          <p:spPr>
            <a:xfrm>
              <a:off x="2689412" y="3775726"/>
              <a:ext cx="80278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defTabSz="914400">
                <a:defRPr/>
              </a:pPr>
              <a:r>
                <a:rPr kumimoji="1" lang="zh-CN" altLang="en-US" sz="2000" b="1" kern="0" dirty="0">
                  <a:solidFill>
                    <a:srgbClr val="4A66AC">
                      <a:lumMod val="75000"/>
                    </a:srgbClr>
                  </a:solidFill>
                  <a:latin typeface="DengXian" panose="02010600030101010101" pitchFamily="2" charset="-122"/>
                  <a:ea typeface="DengXian" panose="02010600030101010101" pitchFamily="2" charset="-122"/>
                </a:rPr>
                <a:t>如果您上传问题，</a:t>
              </a:r>
              <a:r>
                <a:rPr kumimoji="1" lang="en-US" altLang="zh-CN" sz="2000" b="1" kern="0" dirty="0">
                  <a:solidFill>
                    <a:srgbClr val="4A66AC">
                      <a:lumMod val="75000"/>
                    </a:srgbClr>
                  </a:solidFill>
                  <a:latin typeface="DengXian" panose="02010600030101010101" pitchFamily="2" charset="-122"/>
                  <a:ea typeface="DengXian" panose="02010600030101010101" pitchFamily="2" charset="-122"/>
                </a:rPr>
                <a:t>24 </a:t>
              </a:r>
              <a:r>
                <a:rPr kumimoji="1" lang="zh-CN" altLang="en-US" sz="2000" b="1" kern="0" dirty="0">
                  <a:solidFill>
                    <a:srgbClr val="4A66AC">
                      <a:lumMod val="75000"/>
                    </a:srgbClr>
                  </a:solidFill>
                  <a:latin typeface="DengXian" panose="02010600030101010101" pitchFamily="2" charset="-122"/>
                  <a:ea typeface="DengXian" panose="02010600030101010101" pitchFamily="2" charset="-122"/>
                </a:rPr>
                <a:t>小时内不会显示广告。</a:t>
              </a:r>
              <a:endParaRPr kumimoji="1" lang="ja-JP" altLang="en-US" sz="2000" b="1" i="0" u="none" strike="noStrike" kern="0" cap="none" spc="0" normalizeH="0" noProof="0" dirty="0">
                <a:ln>
                  <a:noFill/>
                </a:ln>
                <a:solidFill>
                  <a:srgbClr val="4A66AC">
                    <a:lumMod val="75000"/>
                  </a:srgbClr>
                </a:solidFill>
                <a:effectLst/>
                <a:uLnTx/>
                <a:uFillTx/>
                <a:latin typeface="DengXian" panose="02010600030101010101" pitchFamily="2" charset="-122"/>
                <a:ea typeface="DengXian" panose="02010600030101010101" pitchFamily="2" charset="-122"/>
              </a:endParaRPr>
            </a:p>
          </p:txBody>
        </p: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559004B6-2C1E-3BAE-7998-38DC60B7F60A}"/>
                </a:ext>
              </a:extLst>
            </p:cNvPr>
            <p:cNvSpPr txBox="1"/>
            <p:nvPr/>
          </p:nvSpPr>
          <p:spPr>
            <a:xfrm>
              <a:off x="2689411" y="4972500"/>
              <a:ext cx="80278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defTabSz="914400">
                <a:defRPr/>
              </a:pPr>
              <a:r>
                <a:rPr kumimoji="1" lang="ko-KR" altLang="en-US" sz="2000" b="1" kern="0" dirty="0">
                  <a:solidFill>
                    <a:srgbClr val="4A66AC">
                      <a:lumMod val="75000"/>
                    </a:srgbClr>
                  </a:solidFill>
                  <a:latin typeface="Calibri" panose="020F0502020204030204"/>
                  <a:ea typeface="맑은 고딕" panose="020B0503020000020004" pitchFamily="34" charset="-127"/>
                </a:rPr>
                <a:t>문제를 </a:t>
              </a:r>
              <a:r>
                <a:rPr kumimoji="1" lang="ko-KR" altLang="en-US" sz="2000" b="1" kern="0" dirty="0">
                  <a:solidFill>
                    <a:srgbClr val="4A66AC">
                      <a:lumMod val="75000"/>
                    </a:srgbClr>
                  </a:solidFill>
                  <a:latin typeface="Malgun Gothic" panose="020B0503020000020004" pitchFamily="34" charset="-127"/>
                  <a:ea typeface="맑은 고딕" panose="020B0503020000020004" pitchFamily="34" charset="-127"/>
                </a:rPr>
                <a:t>업로드하면 </a:t>
              </a:r>
              <a:r>
                <a:rPr kumimoji="1" lang="en-US" altLang="ko-KR" sz="2000" b="1" kern="0" dirty="0">
                  <a:solidFill>
                    <a:srgbClr val="4A66AC">
                      <a:lumMod val="75000"/>
                    </a:srgbClr>
                  </a:solidFill>
                  <a:latin typeface="Malgun Gothic" panose="020B0503020000020004" pitchFamily="34" charset="-127"/>
                  <a:ea typeface="맑은 고딕" panose="020B0503020000020004" pitchFamily="34" charset="-127"/>
                </a:rPr>
                <a:t>24</a:t>
              </a:r>
              <a:r>
                <a:rPr kumimoji="1" lang="ko-KR" altLang="en-US" sz="2000" b="1" kern="0" dirty="0">
                  <a:solidFill>
                    <a:srgbClr val="4A66AC">
                      <a:lumMod val="75000"/>
                    </a:srgbClr>
                  </a:solidFill>
                  <a:latin typeface="Malgun Gothic" panose="020B0503020000020004" pitchFamily="34" charset="-127"/>
                  <a:ea typeface="맑은 고딕" panose="020B0503020000020004" pitchFamily="34" charset="-127"/>
                </a:rPr>
                <a:t>시간 </a:t>
              </a:r>
              <a:r>
                <a:rPr kumimoji="1" lang="ko-KR" altLang="en-US" sz="2000" b="1" kern="0" dirty="0">
                  <a:solidFill>
                    <a:srgbClr val="4A66AC">
                      <a:lumMod val="75000"/>
                    </a:srgbClr>
                  </a:solidFill>
                  <a:latin typeface="Calibri" panose="020F0502020204030204"/>
                  <a:ea typeface="맑은 고딕" panose="020B0503020000020004" pitchFamily="34" charset="-127"/>
                </a:rPr>
                <a:t>동안 광고가 게재되지 않습니다</a:t>
              </a:r>
              <a:r>
                <a:rPr kumimoji="1" lang="en-US" altLang="ko-KR" sz="2000" b="1" kern="0" dirty="0">
                  <a:solidFill>
                    <a:srgbClr val="4A66AC">
                      <a:lumMod val="75000"/>
                    </a:srgbClr>
                  </a:solidFill>
                  <a:latin typeface="Calibri" panose="020F0502020204030204"/>
                  <a:ea typeface="맑은 고딕" panose="020B0503020000020004" pitchFamily="34" charset="-127"/>
                </a:rPr>
                <a:t>.</a:t>
              </a:r>
              <a:endParaRPr kumimoji="1" lang="ja-JP" alt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4A66AC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</a:endParaRPr>
            </a:p>
          </p:txBody>
        </p:sp>
      </p:grp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5A7FE231-95A3-7F71-470B-EBAE2B86093F}"/>
              </a:ext>
            </a:extLst>
          </p:cNvPr>
          <p:cNvGrpSpPr/>
          <p:nvPr/>
        </p:nvGrpSpPr>
        <p:grpSpPr>
          <a:xfrm>
            <a:off x="1668381" y="1347801"/>
            <a:ext cx="873055" cy="4001634"/>
            <a:chOff x="1668381" y="1347801"/>
            <a:chExt cx="873055" cy="4001634"/>
          </a:xfrm>
        </p:grpSpPr>
        <p:pic>
          <p:nvPicPr>
            <p:cNvPr id="55" name="図 54">
              <a:extLst>
                <a:ext uri="{FF2B5EF4-FFF2-40B4-BE49-F238E27FC236}">
                  <a16:creationId xmlns:a16="http://schemas.microsoft.com/office/drawing/2014/main" id="{C01DB93A-B46E-C526-6040-0FD2473D5D6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1347801"/>
              <a:ext cx="873055" cy="480839"/>
            </a:xfrm>
            <a:prstGeom prst="rect">
              <a:avLst/>
            </a:prstGeom>
          </p:spPr>
        </p:pic>
        <p:pic>
          <p:nvPicPr>
            <p:cNvPr id="56" name="図 55">
              <a:extLst>
                <a:ext uri="{FF2B5EF4-FFF2-40B4-BE49-F238E27FC236}">
                  <a16:creationId xmlns:a16="http://schemas.microsoft.com/office/drawing/2014/main" id="{3109CD96-986A-A4A0-D4BD-FE7F8F92B26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2521399"/>
              <a:ext cx="873055" cy="480839"/>
            </a:xfrm>
            <a:prstGeom prst="rect">
              <a:avLst/>
            </a:prstGeom>
          </p:spPr>
        </p:pic>
        <p:pic>
          <p:nvPicPr>
            <p:cNvPr id="57" name="図 56">
              <a:extLst>
                <a:ext uri="{FF2B5EF4-FFF2-40B4-BE49-F238E27FC236}">
                  <a16:creationId xmlns:a16="http://schemas.microsoft.com/office/drawing/2014/main" id="{1E1CA014-2421-F0F8-34AB-177C0485FC4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3694997"/>
              <a:ext cx="873055" cy="480839"/>
            </a:xfrm>
            <a:prstGeom prst="rect">
              <a:avLst/>
            </a:prstGeom>
          </p:spPr>
        </p:pic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7D27BBE2-E4FD-161E-7EDE-1A56AF452A6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4868596"/>
              <a:ext cx="873055" cy="48083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10231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6000">
        <p159:morph option="byObject"/>
      </p:transition>
    </mc:Choice>
    <mc:Fallback xmlns="">
      <p:transition spd="slow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22" presetClass="entr" presetSubtype="8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1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5D06FF-D27F-B3C1-3D8A-9A2A36CA3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127C0F46-8477-21BA-3C71-95A6346CAF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3124359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4EF911C-6A85-035C-91D0-CF9431E286D1}"/>
              </a:ext>
            </a:extLst>
          </p:cNvPr>
          <p:cNvSpPr/>
          <p:nvPr/>
        </p:nvSpPr>
        <p:spPr>
          <a:xfrm>
            <a:off x="0" y="166212"/>
            <a:ext cx="12192000" cy="3765550"/>
          </a:xfrm>
          <a:prstGeom prst="rect">
            <a:avLst/>
          </a:prstGeom>
          <a:gradFill>
            <a:gsLst>
              <a:gs pos="18000">
                <a:srgbClr val="EDF1F9"/>
              </a:gs>
              <a:gs pos="55000">
                <a:srgbClr val="EDF1F9">
                  <a:alpha val="55000"/>
                </a:srgbClr>
              </a:gs>
              <a:gs pos="100000">
                <a:srgbClr val="EDF1F9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0" name="Picture 4" descr="汎用的な人のシルエットアイコン | 商用可の無料(フリー)のアイコン素材をダウンロードできるサイト『icon rainbow』">
            <a:extLst>
              <a:ext uri="{FF2B5EF4-FFF2-40B4-BE49-F238E27FC236}">
                <a16:creationId xmlns:a16="http://schemas.microsoft.com/office/drawing/2014/main" id="{EC7A4A9B-174E-BD77-D94F-410ABF4C8D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0680" y="5547360"/>
            <a:ext cx="1310640" cy="131064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36B69274-7F6C-9972-7472-9CECFB39603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355"/>
          <a:stretch>
            <a:fillRect/>
          </a:stretch>
        </p:blipFill>
        <p:spPr>
          <a:xfrm>
            <a:off x="3712520" y="4793955"/>
            <a:ext cx="1047137" cy="150680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122" name="Picture 2" descr="Focus Gold数学III |本 | 通販 | Amazon">
            <a:extLst>
              <a:ext uri="{FF2B5EF4-FFF2-40B4-BE49-F238E27FC236}">
                <a16:creationId xmlns:a16="http://schemas.microsoft.com/office/drawing/2014/main" id="{A1508FD3-3C82-E2F5-D09B-50069923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2343" y="4950336"/>
            <a:ext cx="826157" cy="119404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F6B8E59D-F98C-F802-C51E-D67A86E53B1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355"/>
          <a:stretch>
            <a:fillRect/>
          </a:stretch>
        </p:blipFill>
        <p:spPr>
          <a:xfrm>
            <a:off x="3712520" y="4793955"/>
            <a:ext cx="1047137" cy="150680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8" name="Picture 2" descr="Focus Gold数学III |本 | 通販 | Amazon">
            <a:extLst>
              <a:ext uri="{FF2B5EF4-FFF2-40B4-BE49-F238E27FC236}">
                <a16:creationId xmlns:a16="http://schemas.microsoft.com/office/drawing/2014/main" id="{627A7AC9-A290-C2F0-423F-3973319235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2343" y="4950336"/>
            <a:ext cx="826157" cy="119404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0666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">
        <p:fade/>
      </p:transition>
    </mc:Choice>
    <mc:Fallback xmlns="">
      <p:transition spd="med" advTm="1000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1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0FC1B7-4333-AECC-5CF3-2BB66940A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B8DD42B9-E5AE-5908-C51A-12CF1696B6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3124359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449BD60-ADE4-29B1-7190-70F08EAAAF3B}"/>
              </a:ext>
            </a:extLst>
          </p:cNvPr>
          <p:cNvSpPr/>
          <p:nvPr/>
        </p:nvSpPr>
        <p:spPr>
          <a:xfrm>
            <a:off x="0" y="166212"/>
            <a:ext cx="12192000" cy="3765550"/>
          </a:xfrm>
          <a:prstGeom prst="rect">
            <a:avLst/>
          </a:prstGeom>
          <a:gradFill>
            <a:gsLst>
              <a:gs pos="18000">
                <a:srgbClr val="EDF1F9"/>
              </a:gs>
              <a:gs pos="55000">
                <a:srgbClr val="EDF1F9">
                  <a:alpha val="55000"/>
                </a:srgbClr>
              </a:gs>
              <a:gs pos="100000">
                <a:srgbClr val="EDF1F9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0" name="Picture 4" descr="汎用的な人のシルエットアイコン | 商用可の無料(フリー)のアイコン素材をダウンロードできるサイト『icon rainbow』">
            <a:extLst>
              <a:ext uri="{FF2B5EF4-FFF2-40B4-BE49-F238E27FC236}">
                <a16:creationId xmlns:a16="http://schemas.microsoft.com/office/drawing/2014/main" id="{7B1631FF-3D8C-4D06-87E2-D9E688202E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0680" y="5547360"/>
            <a:ext cx="1310640" cy="131064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EEC9553B-9C05-4ED6-8F5F-0CEEE708697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355"/>
          <a:stretch>
            <a:fillRect/>
          </a:stretch>
        </p:blipFill>
        <p:spPr>
          <a:xfrm>
            <a:off x="4543925" y="951320"/>
            <a:ext cx="849017" cy="122171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122" name="Picture 2" descr="Focus Gold数学III |本 | 通販 | Amazon">
            <a:extLst>
              <a:ext uri="{FF2B5EF4-FFF2-40B4-BE49-F238E27FC236}">
                <a16:creationId xmlns:a16="http://schemas.microsoft.com/office/drawing/2014/main" id="{788B988C-AA13-26C0-EF06-A2F7313BCC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83683" y="951320"/>
            <a:ext cx="826157" cy="119404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E7DB0E9F-BCF5-A1E4-20D6-4C905E445B2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355"/>
          <a:stretch>
            <a:fillRect/>
          </a:stretch>
        </p:blipFill>
        <p:spPr>
          <a:xfrm>
            <a:off x="3712520" y="4793955"/>
            <a:ext cx="1047137" cy="150680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" name="Picture 2" descr="Focus Gold数学III |本 | 通販 | Amazon">
            <a:extLst>
              <a:ext uri="{FF2B5EF4-FFF2-40B4-BE49-F238E27FC236}">
                <a16:creationId xmlns:a16="http://schemas.microsoft.com/office/drawing/2014/main" id="{D77AB802-9F9E-7EBA-5E9F-8359B200AC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2343" y="4950336"/>
            <a:ext cx="826157" cy="119404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&quot;禁止&quot;マーク 5">
            <a:extLst>
              <a:ext uri="{FF2B5EF4-FFF2-40B4-BE49-F238E27FC236}">
                <a16:creationId xmlns:a16="http://schemas.microsoft.com/office/drawing/2014/main" id="{0838CB8B-36F6-4EFB-E863-5568BAA25A84}"/>
              </a:ext>
            </a:extLst>
          </p:cNvPr>
          <p:cNvSpPr/>
          <p:nvPr/>
        </p:nvSpPr>
        <p:spPr>
          <a:xfrm>
            <a:off x="3640697" y="1196340"/>
            <a:ext cx="4709160" cy="4465320"/>
          </a:xfrm>
          <a:prstGeom prst="noSmoking">
            <a:avLst>
              <a:gd name="adj" fmla="val 12619"/>
            </a:avLst>
          </a:prstGeom>
          <a:solidFill>
            <a:srgbClr val="F02718">
              <a:alpha val="60000"/>
            </a:srgbClr>
          </a:solidFill>
          <a:ln>
            <a:noFill/>
          </a:ln>
          <a:effectLst>
            <a:outerShdw blurRad="127000" dist="38100" dir="7800000" sx="102000" sy="102000" algn="l" rotWithShape="0">
              <a:prstClr val="black">
                <a:alpha val="5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pic>
        <p:nvPicPr>
          <p:cNvPr id="11" name="Picture 2" descr="データベースサーバーのアイコン | フリーのアイコンイラスト ...">
            <a:extLst>
              <a:ext uri="{FF2B5EF4-FFF2-40B4-BE49-F238E27FC236}">
                <a16:creationId xmlns:a16="http://schemas.microsoft.com/office/drawing/2014/main" id="{496A585B-1821-FFEB-E2BD-DF64CBC963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30102" y="296402"/>
            <a:ext cx="822213" cy="822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97C6AF09-E11C-665E-C1A3-82B2D044756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76153" y="543711"/>
            <a:ext cx="6039693" cy="1876687"/>
          </a:xfrm>
          <a:prstGeom prst="rect">
            <a:avLst/>
          </a:prstGeom>
        </p:spPr>
      </p:pic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5D4D4D56-796A-AF5D-CD8F-A7ED2F6A42D2}"/>
              </a:ext>
            </a:extLst>
          </p:cNvPr>
          <p:cNvGrpSpPr/>
          <p:nvPr/>
        </p:nvGrpSpPr>
        <p:grpSpPr>
          <a:xfrm>
            <a:off x="517891" y="376836"/>
            <a:ext cx="11156219" cy="6104328"/>
            <a:chOff x="517891" y="376836"/>
            <a:chExt cx="11156219" cy="6104328"/>
          </a:xfrm>
        </p:grpSpPr>
        <p:sp>
          <p:nvSpPr>
            <p:cNvPr id="15" name="四角形: 角を丸くする 14">
              <a:extLst>
                <a:ext uri="{FF2B5EF4-FFF2-40B4-BE49-F238E27FC236}">
                  <a16:creationId xmlns:a16="http://schemas.microsoft.com/office/drawing/2014/main" id="{DC15A038-62FF-E256-E5B4-61ECC65027B7}"/>
                </a:ext>
              </a:extLst>
            </p:cNvPr>
            <p:cNvSpPr/>
            <p:nvPr/>
          </p:nvSpPr>
          <p:spPr>
            <a:xfrm>
              <a:off x="517891" y="376836"/>
              <a:ext cx="11156219" cy="6104328"/>
            </a:xfrm>
            <a:prstGeom prst="roundRect">
              <a:avLst>
                <a:gd name="adj" fmla="val 7124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400" b="1" dirty="0">
                <a:solidFill>
                  <a:schemeClr val="accent1"/>
                </a:solidFill>
              </a:endParaRPr>
            </a:p>
          </p:txBody>
        </p:sp>
        <p:sp>
          <p:nvSpPr>
            <p:cNvPr id="16" name="四角形: 角を丸くする 15">
              <a:extLst>
                <a:ext uri="{FF2B5EF4-FFF2-40B4-BE49-F238E27FC236}">
                  <a16:creationId xmlns:a16="http://schemas.microsoft.com/office/drawing/2014/main" id="{5E2AAA9A-8133-AFD2-816F-81D593C41347}"/>
                </a:ext>
              </a:extLst>
            </p:cNvPr>
            <p:cNvSpPr/>
            <p:nvPr/>
          </p:nvSpPr>
          <p:spPr>
            <a:xfrm>
              <a:off x="952501" y="778328"/>
              <a:ext cx="10286999" cy="5301344"/>
            </a:xfrm>
            <a:prstGeom prst="roundRect">
              <a:avLst>
                <a:gd name="adj" fmla="val 7124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>
              <a:outerShdw blurRad="101600" dist="38100" dir="4800000" sx="102000" sy="102000" algn="tl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ja-JP" altLang="en-US" sz="2400" b="1" dirty="0">
                <a:solidFill>
                  <a:schemeClr val="accent1"/>
                </a:solidFill>
              </a:endParaRPr>
            </a:p>
          </p:txBody>
        </p:sp>
        <p:sp>
          <p:nvSpPr>
            <p:cNvPr id="17" name="フローチャート: 代替処理 16">
              <a:extLst>
                <a:ext uri="{FF2B5EF4-FFF2-40B4-BE49-F238E27FC236}">
                  <a16:creationId xmlns:a16="http://schemas.microsoft.com/office/drawing/2014/main" id="{2A5837D7-9959-0886-C312-B26CFCEDE4D9}"/>
                </a:ext>
              </a:extLst>
            </p:cNvPr>
            <p:cNvSpPr/>
            <p:nvPr/>
          </p:nvSpPr>
          <p:spPr>
            <a:xfrm>
              <a:off x="1892792" y="1455752"/>
              <a:ext cx="386602" cy="386602"/>
            </a:xfrm>
            <a:prstGeom prst="flowChartAlternateProcess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フローチャート: 代替処理 17">
              <a:extLst>
                <a:ext uri="{FF2B5EF4-FFF2-40B4-BE49-F238E27FC236}">
                  <a16:creationId xmlns:a16="http://schemas.microsoft.com/office/drawing/2014/main" id="{1B8EC992-599A-333B-0957-0278A4263EDF}"/>
                </a:ext>
              </a:extLst>
            </p:cNvPr>
            <p:cNvSpPr/>
            <p:nvPr/>
          </p:nvSpPr>
          <p:spPr>
            <a:xfrm>
              <a:off x="1899516" y="2632504"/>
              <a:ext cx="386602" cy="386602"/>
            </a:xfrm>
            <a:prstGeom prst="flowChartAlternateProcess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フローチャート: 代替処理 18">
              <a:extLst>
                <a:ext uri="{FF2B5EF4-FFF2-40B4-BE49-F238E27FC236}">
                  <a16:creationId xmlns:a16="http://schemas.microsoft.com/office/drawing/2014/main" id="{61C691B4-C161-4CB2-45CD-B0338CA03780}"/>
                </a:ext>
              </a:extLst>
            </p:cNvPr>
            <p:cNvSpPr/>
            <p:nvPr/>
          </p:nvSpPr>
          <p:spPr>
            <a:xfrm>
              <a:off x="1906240" y="3809256"/>
              <a:ext cx="386602" cy="386602"/>
            </a:xfrm>
            <a:prstGeom prst="flowChartAlternateProcess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フローチャート: 代替処理 19">
              <a:extLst>
                <a:ext uri="{FF2B5EF4-FFF2-40B4-BE49-F238E27FC236}">
                  <a16:creationId xmlns:a16="http://schemas.microsoft.com/office/drawing/2014/main" id="{E5558669-9280-DCCA-D717-C303701B3A13}"/>
                </a:ext>
              </a:extLst>
            </p:cNvPr>
            <p:cNvSpPr/>
            <p:nvPr/>
          </p:nvSpPr>
          <p:spPr>
            <a:xfrm>
              <a:off x="1912964" y="4986008"/>
              <a:ext cx="386602" cy="386602"/>
            </a:xfrm>
            <a:prstGeom prst="flowChartAlternateProcess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79C34C0C-A52C-AB06-A723-D3C1307E45CF}"/>
                </a:ext>
              </a:extLst>
            </p:cNvPr>
            <p:cNvSpPr txBox="1"/>
            <p:nvPr/>
          </p:nvSpPr>
          <p:spPr>
            <a:xfrm>
              <a:off x="2689413" y="1473595"/>
              <a:ext cx="80278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000" b="1" dirty="0">
                  <a:solidFill>
                    <a:schemeClr val="accent1">
                      <a:lumMod val="75000"/>
                    </a:schemeClr>
                  </a:solidFill>
                </a:rPr>
                <a:t>模試・参考書等のアップロードは法律で禁止されています。</a:t>
              </a:r>
              <a:endParaRPr kumimoji="1" lang="en-US" altLang="ja-JP" sz="20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95F1E4E6-A5C0-609F-3B3D-C2E6565DA695}"/>
                </a:ext>
              </a:extLst>
            </p:cNvPr>
            <p:cNvSpPr txBox="1"/>
            <p:nvPr/>
          </p:nvSpPr>
          <p:spPr>
            <a:xfrm>
              <a:off x="2689413" y="2621835"/>
              <a:ext cx="80278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000" b="1" dirty="0">
                  <a:solidFill>
                    <a:schemeClr val="accent1">
                      <a:lumMod val="75000"/>
                    </a:schemeClr>
                  </a:solidFill>
                </a:rPr>
                <a:t>Uploading mock tests, reference books, etc. is prohibited by law.</a:t>
              </a:r>
              <a:endParaRPr kumimoji="1" lang="ja-JP" altLang="en-US" sz="20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F132CCE7-0621-C457-C310-330F4F4E60E3}"/>
                </a:ext>
              </a:extLst>
            </p:cNvPr>
            <p:cNvSpPr txBox="1"/>
            <p:nvPr/>
          </p:nvSpPr>
          <p:spPr>
            <a:xfrm>
              <a:off x="2689412" y="3795748"/>
              <a:ext cx="80278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2000" b="1" dirty="0">
                  <a:solidFill>
                    <a:schemeClr val="accent1">
                      <a:lumMod val="75000"/>
                    </a:schemeClr>
                  </a:solidFill>
                </a:rPr>
                <a:t>法律禁止上传模拟试题、参考书等。</a:t>
              </a:r>
              <a:endParaRPr kumimoji="1" lang="ja-JP" altLang="en-US" sz="20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8117330-7AB5-F808-D4EA-3285D2280560}"/>
                </a:ext>
              </a:extLst>
            </p:cNvPr>
            <p:cNvSpPr txBox="1"/>
            <p:nvPr/>
          </p:nvSpPr>
          <p:spPr>
            <a:xfrm>
              <a:off x="2689411" y="4979254"/>
              <a:ext cx="80278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ko-KR" altLang="en-US" sz="2000" b="1" dirty="0">
                  <a:solidFill>
                    <a:schemeClr val="accent1">
                      <a:lumMod val="75000"/>
                    </a:schemeClr>
                  </a:solidFill>
                </a:rPr>
                <a:t>모시</a:t>
              </a:r>
              <a:r>
                <a:rPr kumimoji="1" lang="en-US" altLang="ko-KR" sz="2000" b="1" dirty="0">
                  <a:solidFill>
                    <a:schemeClr val="accent1">
                      <a:lumMod val="75000"/>
                    </a:schemeClr>
                  </a:solidFill>
                </a:rPr>
                <a:t>·</a:t>
              </a:r>
              <a:r>
                <a:rPr kumimoji="1" lang="ko-KR" altLang="en-US" sz="2000" b="1" dirty="0">
                  <a:solidFill>
                    <a:schemeClr val="accent1">
                      <a:lumMod val="75000"/>
                    </a:schemeClr>
                  </a:solidFill>
                </a:rPr>
                <a:t>참고서등의 업로드는 법률로 금지되고 있습니다</a:t>
              </a:r>
              <a:r>
                <a:rPr kumimoji="1" lang="en-US" altLang="ko-KR" sz="2000" b="1" dirty="0">
                  <a:solidFill>
                    <a:schemeClr val="accent1">
                      <a:lumMod val="75000"/>
                    </a:schemeClr>
                  </a:solidFill>
                </a:rPr>
                <a:t>.</a:t>
              </a:r>
              <a:endParaRPr kumimoji="1" lang="ja-JP" altLang="en-US" sz="20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190FD801-62E3-D064-1EE7-1900F35B8B95}"/>
              </a:ext>
            </a:extLst>
          </p:cNvPr>
          <p:cNvGrpSpPr/>
          <p:nvPr/>
        </p:nvGrpSpPr>
        <p:grpSpPr>
          <a:xfrm>
            <a:off x="1668381" y="1347801"/>
            <a:ext cx="873055" cy="4001634"/>
            <a:chOff x="1668381" y="1347801"/>
            <a:chExt cx="873055" cy="4001634"/>
          </a:xfrm>
        </p:grpSpPr>
        <p:pic>
          <p:nvPicPr>
            <p:cNvPr id="26" name="図 25">
              <a:extLst>
                <a:ext uri="{FF2B5EF4-FFF2-40B4-BE49-F238E27FC236}">
                  <a16:creationId xmlns:a16="http://schemas.microsoft.com/office/drawing/2014/main" id="{241ADD55-4A7D-BE0A-77D9-10C04EFA3E3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1347801"/>
              <a:ext cx="873055" cy="480839"/>
            </a:xfrm>
            <a:prstGeom prst="rect">
              <a:avLst/>
            </a:prstGeom>
          </p:spPr>
        </p:pic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279BAE94-2EB3-935B-8E60-41F52E7B550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2521399"/>
              <a:ext cx="873055" cy="480839"/>
            </a:xfrm>
            <a:prstGeom prst="rect">
              <a:avLst/>
            </a:prstGeom>
          </p:spPr>
        </p:pic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89667E93-9B77-FB97-DB07-B5C92960F82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3694997"/>
              <a:ext cx="873055" cy="480839"/>
            </a:xfrm>
            <a:prstGeom prst="rect">
              <a:avLst/>
            </a:prstGeom>
          </p:spPr>
        </p:pic>
        <p:pic>
          <p:nvPicPr>
            <p:cNvPr id="29" name="図 28">
              <a:extLst>
                <a:ext uri="{FF2B5EF4-FFF2-40B4-BE49-F238E27FC236}">
                  <a16:creationId xmlns:a16="http://schemas.microsoft.com/office/drawing/2014/main" id="{9CB7A450-2BB8-FBB6-BD74-6B98A6AFE88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4868596"/>
              <a:ext cx="873055" cy="48083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400924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6000">
        <p159:morph option="byObject"/>
      </p:transition>
    </mc:Choice>
    <mc:Fallback xmlns="">
      <p:transition spd="slow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750"/>
                            </p:stCondLst>
                            <p:childTnLst>
                              <p:par>
                                <p:cTn id="10" presetID="22" presetClass="entr" presetSubtype="8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CE02A9-83B3-4785-E18C-2320C2700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29C65DC5-9CCA-7341-4519-20898F62A7A3}"/>
              </a:ext>
            </a:extLst>
          </p:cNvPr>
          <p:cNvSpPr/>
          <p:nvPr/>
        </p:nvSpPr>
        <p:spPr>
          <a:xfrm>
            <a:off x="1616202" y="665630"/>
            <a:ext cx="8959599" cy="5526743"/>
          </a:xfrm>
          <a:prstGeom prst="roundRect">
            <a:avLst>
              <a:gd name="adj" fmla="val 7124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4800000" sx="102000" sy="102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b="1" dirty="0">
                <a:solidFill>
                  <a:schemeClr val="accent1"/>
                </a:solidFill>
              </a:rPr>
              <a:t>考査村のサービス維持のため、</a:t>
            </a:r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r>
              <a:rPr kumimoji="1" lang="ja-JP" altLang="en-US" sz="2400" b="1" dirty="0">
                <a:solidFill>
                  <a:schemeClr val="accent1"/>
                </a:solidFill>
              </a:rPr>
              <a:t>ご理解とご協力をお願いいたします。</a:t>
            </a:r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r>
              <a:rPr kumimoji="1" lang="en-US" altLang="ja-JP" sz="2400" b="1" dirty="0">
                <a:solidFill>
                  <a:schemeClr val="accent1"/>
                </a:solidFill>
              </a:rPr>
              <a:t>In order to maintain the services of </a:t>
            </a:r>
            <a:r>
              <a:rPr kumimoji="1" lang="en-US" altLang="ja-JP" sz="2400" b="1" i="1" dirty="0" err="1">
                <a:solidFill>
                  <a:schemeClr val="accent1"/>
                </a:solidFill>
              </a:rPr>
              <a:t>Kosamura</a:t>
            </a:r>
            <a:r>
              <a:rPr kumimoji="1" lang="en-US" altLang="ja-JP" sz="2400" b="1" dirty="0">
                <a:solidFill>
                  <a:schemeClr val="accent1"/>
                </a:solidFill>
              </a:rPr>
              <a:t>,</a:t>
            </a:r>
          </a:p>
          <a:p>
            <a:pPr algn="ctr"/>
            <a:r>
              <a:rPr kumimoji="1" lang="en-US" altLang="ja-JP" sz="2400" b="1" dirty="0">
                <a:solidFill>
                  <a:schemeClr val="accent1"/>
                </a:solidFill>
              </a:rPr>
              <a:t>we have something to tell you.</a:t>
            </a:r>
          </a:p>
          <a:p>
            <a:pPr algn="ctr"/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r>
              <a:rPr kumimoji="1" lang="zh-CN" altLang="en-US" sz="2400" b="1" dirty="0">
                <a:solidFill>
                  <a:schemeClr val="accent1"/>
                </a:solidFill>
              </a:rPr>
              <a:t>为了维护考场村的服务，我们有事要通知您。</a:t>
            </a:r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endParaRPr kumimoji="1" lang="en-US" altLang="ja-JP" sz="2400" b="1" dirty="0">
              <a:solidFill>
                <a:schemeClr val="accent1"/>
              </a:solidFill>
            </a:endParaRPr>
          </a:p>
          <a:p>
            <a:pPr algn="ctr"/>
            <a:r>
              <a:rPr kumimoji="1" lang="ko-KR" altLang="en-US" sz="2400" b="1" dirty="0">
                <a:solidFill>
                  <a:schemeClr val="accent1"/>
                </a:solidFill>
              </a:rPr>
              <a:t>고사 마을의 서비스 유지를 위해</a:t>
            </a:r>
            <a:r>
              <a:rPr kumimoji="1" lang="en-US" altLang="ko-KR" sz="2400" b="1" dirty="0">
                <a:solidFill>
                  <a:schemeClr val="accent1"/>
                </a:solidFill>
              </a:rPr>
              <a:t>,</a:t>
            </a:r>
          </a:p>
          <a:p>
            <a:pPr algn="ctr"/>
            <a:r>
              <a:rPr kumimoji="1" lang="ko-KR" altLang="en-US" sz="2400" b="1" dirty="0">
                <a:solidFill>
                  <a:schemeClr val="accent1"/>
                </a:solidFill>
              </a:rPr>
              <a:t>여러분에게 전하고 싶은 일이 있습니다</a:t>
            </a:r>
            <a:r>
              <a:rPr kumimoji="1" lang="en-US" altLang="ko-KR" sz="2400" b="1" dirty="0">
                <a:solidFill>
                  <a:schemeClr val="accent1"/>
                </a:solidFill>
              </a:rPr>
              <a:t>.</a:t>
            </a:r>
            <a:endParaRPr kumimoji="1" lang="ja-JP" altLang="en-US" sz="2400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5194348"/>
      </p:ext>
    </p:extLst>
  </p:cSld>
  <p:clrMapOvr>
    <a:masterClrMapping/>
  </p:clrMapOvr>
  <p:transition spd="med" advTm="50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BA1482-D7D8-B907-8F82-49EDE3ADC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5FED5EE2-E770-8C50-94A3-2602EA0DD11E}"/>
              </a:ext>
            </a:extLst>
          </p:cNvPr>
          <p:cNvGrpSpPr/>
          <p:nvPr/>
        </p:nvGrpSpPr>
        <p:grpSpPr>
          <a:xfrm>
            <a:off x="1271154" y="2337302"/>
            <a:ext cx="9649691" cy="2060285"/>
            <a:chOff x="1271154" y="2369127"/>
            <a:chExt cx="9649691" cy="2060285"/>
          </a:xfrm>
        </p:grpSpPr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4AC3DB33-2691-E1F8-191B-A53C88442B13}"/>
                </a:ext>
              </a:extLst>
            </p:cNvPr>
            <p:cNvSpPr txBox="1"/>
            <p:nvPr/>
          </p:nvSpPr>
          <p:spPr>
            <a:xfrm>
              <a:off x="1271154" y="2505670"/>
              <a:ext cx="964969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5400" dirty="0">
                  <a:solidFill>
                    <a:schemeClr val="bg1"/>
                  </a:solidFill>
                  <a:latin typeface="AR丸ゴシック体E" panose="020F0909000000000000" pitchFamily="49" charset="-128"/>
                  <a:ea typeface="AR丸ゴシック体E" panose="020F0909000000000000" pitchFamily="49" charset="-128"/>
                </a:rPr>
                <a:t>投稿方法のご案内</a:t>
              </a:r>
            </a:p>
          </p:txBody>
        </p: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BDF3C19B-E984-8000-AA93-97BA3948AF71}"/>
                </a:ext>
              </a:extLst>
            </p:cNvPr>
            <p:cNvGrpSpPr/>
            <p:nvPr/>
          </p:nvGrpSpPr>
          <p:grpSpPr>
            <a:xfrm>
              <a:off x="2507672" y="2369127"/>
              <a:ext cx="7176654" cy="2060285"/>
              <a:chOff x="2507672" y="2369127"/>
              <a:chExt cx="7176654" cy="2060285"/>
            </a:xfrm>
          </p:grpSpPr>
          <p:cxnSp>
            <p:nvCxnSpPr>
              <p:cNvPr id="4" name="直線コネクタ 3">
                <a:extLst>
                  <a:ext uri="{FF2B5EF4-FFF2-40B4-BE49-F238E27FC236}">
                    <a16:creationId xmlns:a16="http://schemas.microsoft.com/office/drawing/2014/main" id="{DC66AC3A-D24E-F7D9-D26B-0232E92A6552}"/>
                  </a:ext>
                </a:extLst>
              </p:cNvPr>
              <p:cNvCxnSpPr/>
              <p:nvPr/>
            </p:nvCxnSpPr>
            <p:spPr>
              <a:xfrm>
                <a:off x="2867891" y="2369127"/>
                <a:ext cx="6456219" cy="0"/>
              </a:xfrm>
              <a:prstGeom prst="line">
                <a:avLst/>
              </a:prstGeom>
              <a:ln w="571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直線コネクタ 5">
                <a:extLst>
                  <a:ext uri="{FF2B5EF4-FFF2-40B4-BE49-F238E27FC236}">
                    <a16:creationId xmlns:a16="http://schemas.microsoft.com/office/drawing/2014/main" id="{48DF2F5D-4FC9-0DD9-2E61-0D6DBA584AFD}"/>
                  </a:ext>
                </a:extLst>
              </p:cNvPr>
              <p:cNvCxnSpPr/>
              <p:nvPr/>
            </p:nvCxnSpPr>
            <p:spPr>
              <a:xfrm>
                <a:off x="2867891" y="3636818"/>
                <a:ext cx="6456219" cy="0"/>
              </a:xfrm>
              <a:prstGeom prst="line">
                <a:avLst/>
              </a:prstGeom>
              <a:ln w="571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F38B437F-41BD-B3BA-9259-5746EDD4B348}"/>
                  </a:ext>
                </a:extLst>
              </p:cNvPr>
              <p:cNvSpPr txBox="1"/>
              <p:nvPr/>
            </p:nvSpPr>
            <p:spPr>
              <a:xfrm>
                <a:off x="2507672" y="3844637"/>
                <a:ext cx="7176654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af-ZA" altLang="ja-JP" sz="3200" b="1" i="0" dirty="0">
                    <a:solidFill>
                      <a:srgbClr val="EEF0FF"/>
                    </a:solidFill>
                    <a:effectLst/>
                    <a:latin typeface="Lucida Sans Unicode" panose="020B0602030504020204" pitchFamily="34" charset="0"/>
                    <a:ea typeface="Ebrima" panose="02000000000000000000" pitchFamily="2" charset="0"/>
                    <a:cs typeface="Lucida Sans Unicode" panose="020B0602030504020204" pitchFamily="34" charset="0"/>
                  </a:rPr>
                  <a:t>I</a:t>
                </a:r>
                <a:r>
                  <a:rPr lang="af-ZA" altLang="ja-JP" sz="3200" b="1" dirty="0">
                    <a:solidFill>
                      <a:srgbClr val="EEF0FF"/>
                    </a:solidFill>
                    <a:latin typeface="Lucida Sans Unicode" panose="020B0602030504020204" pitchFamily="34" charset="0"/>
                    <a:ea typeface="Ebrima" panose="02000000000000000000" pitchFamily="2" charset="0"/>
                    <a:cs typeface="Lucida Sans Unicode" panose="020B0602030504020204" pitchFamily="34" charset="0"/>
                  </a:rPr>
                  <a:t>NSTRUCTIONS FOR UPLOAD</a:t>
                </a:r>
                <a:endParaRPr lang="ja-JP" altLang="en-US" sz="3200" b="1" dirty="0">
                  <a:latin typeface="Lucida Sans Unicode" panose="020B0602030504020204" pitchFamily="34" charset="0"/>
                  <a:cs typeface="Lucida Sans Unicode" panose="020B0602030504020204" pitchFamily="34" charset="0"/>
                </a:endParaRPr>
              </a:p>
            </p:txBody>
          </p:sp>
        </p:grpSp>
      </p:grp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8253111-0261-C2A8-D791-D8383F4626F0}"/>
              </a:ext>
            </a:extLst>
          </p:cNvPr>
          <p:cNvSpPr/>
          <p:nvPr/>
        </p:nvSpPr>
        <p:spPr>
          <a:xfrm>
            <a:off x="0" y="-232229"/>
            <a:ext cx="12663714" cy="759097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3540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5000">
        <p:fade/>
      </p:transition>
    </mc:Choice>
    <mc:Fallback xmlns="">
      <p:transition spd="med" advTm="5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10"/>
                            </p:stCondLst>
                            <p:childTnLst>
                              <p:par>
                                <p:cTn id="8" presetID="22" presetClass="exit" presetSubtype="4" fill="hold" grpId="1" nodeType="after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9" dur="1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FC82231B-320E-54BA-CC2A-9B311E31CD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8295588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668EF0C0-941E-ED64-3FC3-959231D8E8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9861" l="547" r="98750">
                        <a14:foregroundMark x1="15937" y1="94583" x2="51406" y2="88750"/>
                        <a14:foregroundMark x1="6406" y1="86111" x2="32344" y2="88333"/>
                        <a14:foregroundMark x1="5000" y1="85417" x2="41250" y2="93750"/>
                        <a14:foregroundMark x1="41250" y1="93750" x2="91016" y2="88056"/>
                        <a14:foregroundMark x1="91016" y1="88056" x2="93828" y2="84028"/>
                        <a14:foregroundMark x1="68125" y1="97222" x2="98203" y2="81944"/>
                        <a14:foregroundMark x1="98203" y1="81944" x2="98203" y2="81944"/>
                        <a14:foregroundMark x1="98438" y1="70694" x2="96953" y2="88333"/>
                        <a14:foregroundMark x1="10391" y1="93472" x2="547" y2="89028"/>
                        <a14:foregroundMark x1="1797" y1="82778" x2="9297" y2="82639"/>
                        <a14:foregroundMark x1="1250" y1="81944" x2="10313" y2="82222"/>
                        <a14:foregroundMark x1="10313" y1="82222" x2="83359" y2="80139"/>
                        <a14:foregroundMark x1="83359" y1="80139" x2="88750" y2="80139"/>
                        <a14:foregroundMark x1="86953" y1="79444" x2="88906" y2="68333"/>
                        <a14:foregroundMark x1="88906" y1="68333" x2="98750" y2="64306"/>
                        <a14:foregroundMark x1="97031" y1="88750" x2="89375" y2="99861"/>
                        <a14:foregroundMark x1="79375" y1="97639" x2="88828" y2="93611"/>
                        <a14:backgroundMark x1="87813" y1="63056" x2="85703" y2="64583"/>
                        <a14:backgroundMark x1="88906" y1="63056" x2="89688" y2="62778"/>
                      </a14:backgroundRemoval>
                    </a14:imgEffect>
                  </a14:imgLayer>
                </a14:imgProps>
              </a:ext>
            </a:extLst>
          </a:blip>
          <a:srcRect t="60556"/>
          <a:stretch>
            <a:fillRect/>
          </a:stretch>
        </p:blipFill>
        <p:spPr>
          <a:xfrm>
            <a:off x="0" y="4219575"/>
            <a:ext cx="12192000" cy="2705100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FDCF48E8-986C-8C7D-C33E-9F6C63E15F6C}"/>
              </a:ext>
            </a:extLst>
          </p:cNvPr>
          <p:cNvSpPr txBox="1"/>
          <p:nvPr/>
        </p:nvSpPr>
        <p:spPr>
          <a:xfrm>
            <a:off x="485775" y="5800725"/>
            <a:ext cx="64579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chemeClr val="bg1"/>
                </a:solidFill>
              </a:rPr>
              <a:t>問題の投稿方法について簡単にご説明いたします。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r>
              <a:rPr kumimoji="1" lang="en-US" altLang="ja-JP" sz="2000" dirty="0">
                <a:solidFill>
                  <a:schemeClr val="bg1"/>
                </a:solidFill>
              </a:rPr>
              <a:t>Please pay attention to the following instructions for upload.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4CBB963A-C378-D732-DCDA-C979D980F25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rgbClr val="4472C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2410" b="97590" l="3710" r="95645">
                        <a14:foregroundMark x1="36129" y1="33936" x2="36129" y2="33936"/>
                        <a14:foregroundMark x1="50645" y1="29920" x2="51290" y2="34538"/>
                        <a14:foregroundMark x1="50161" y1="6627" x2="49355" y2="6024"/>
                        <a14:foregroundMark x1="50161" y1="2410" x2="50161" y2="2410"/>
                        <a14:foregroundMark x1="3710" y1="96787" x2="3710" y2="96787"/>
                        <a14:foregroundMark x1="51935" y1="96988" x2="51935" y2="96988"/>
                        <a14:foregroundMark x1="72903" y1="97791" x2="72903" y2="97791"/>
                        <a14:foregroundMark x1="95645" y1="96988" x2="95645" y2="95984"/>
                      </a14:backgroundRemoval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0396" y="5198060"/>
            <a:ext cx="1500610" cy="1205329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7761565-C86C-87BC-6C2B-03A7AF9F35C0}"/>
              </a:ext>
            </a:extLst>
          </p:cNvPr>
          <p:cNvSpPr/>
          <p:nvPr/>
        </p:nvSpPr>
        <p:spPr>
          <a:xfrm>
            <a:off x="518691" y="1241168"/>
            <a:ext cx="11231880" cy="3768982"/>
          </a:xfrm>
          <a:prstGeom prst="roundRect">
            <a:avLst>
              <a:gd name="adj" fmla="val 4466"/>
            </a:avLst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以前のバージョンでの操作方法です。</a:t>
            </a:r>
            <a:endParaRPr kumimoji="1" lang="en-US" altLang="ja-JP" sz="2400" dirty="0">
              <a:latin typeface="J-イワタ新ゴシック体ProN E" panose="020B0900000000000000" pitchFamily="34" charset="-128"/>
              <a:ea typeface="J-イワタ新ゴシック体ProN E" panose="020B0900000000000000" pitchFamily="34" charset="-128"/>
            </a:endParaRPr>
          </a:p>
          <a:p>
            <a:pPr algn="ctr"/>
            <a:r>
              <a:rPr kumimoji="1" lang="ja-JP" altLang="en-US" sz="24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考査問題のアップロードには、「考査一覧」画面のご利用がおすすめです。</a:t>
            </a:r>
          </a:p>
        </p:txBody>
      </p:sp>
    </p:spTree>
    <p:extLst>
      <p:ext uri="{BB962C8B-B14F-4D97-AF65-F5344CB8AC3E}">
        <p14:creationId xmlns:p14="http://schemas.microsoft.com/office/powerpoint/2010/main" val="204978068"/>
      </p:ext>
    </p:extLst>
  </p:cSld>
  <p:clrMapOvr>
    <a:masterClrMapping/>
  </p:clrMapOvr>
  <p:transition spd="slow" advTm="3000">
    <p:wipe dir="d"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67069-C2DD-B1F6-33BE-8171E4CA7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2FD71B6C-2E99-2E3B-9788-92F070A488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447238"/>
            <a:ext cx="12192000" cy="8295588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B2B0B7E9-260D-50B3-3559-A6079C7C3A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9861" l="547" r="98750">
                        <a14:foregroundMark x1="15937" y1="94583" x2="51406" y2="88750"/>
                        <a14:foregroundMark x1="6406" y1="86111" x2="32344" y2="88333"/>
                        <a14:foregroundMark x1="5000" y1="85417" x2="41250" y2="93750"/>
                        <a14:foregroundMark x1="41250" y1="93750" x2="91016" y2="88056"/>
                        <a14:foregroundMark x1="91016" y1="88056" x2="93828" y2="84028"/>
                        <a14:foregroundMark x1="68125" y1="97222" x2="98203" y2="81944"/>
                        <a14:foregroundMark x1="98203" y1="81944" x2="98203" y2="81944"/>
                        <a14:foregroundMark x1="98438" y1="70694" x2="96953" y2="88333"/>
                        <a14:foregroundMark x1="10391" y1="93472" x2="547" y2="89028"/>
                        <a14:foregroundMark x1="1797" y1="82778" x2="9297" y2="82639"/>
                        <a14:foregroundMark x1="1250" y1="81944" x2="10313" y2="82222"/>
                        <a14:foregroundMark x1="10313" y1="82222" x2="83359" y2="80139"/>
                        <a14:foregroundMark x1="83359" y1="80139" x2="88750" y2="80139"/>
                        <a14:foregroundMark x1="86953" y1="79444" x2="88906" y2="68333"/>
                        <a14:foregroundMark x1="88906" y1="68333" x2="98750" y2="64306"/>
                        <a14:foregroundMark x1="97031" y1="88750" x2="89375" y2="99861"/>
                        <a14:foregroundMark x1="79375" y1="97639" x2="88828" y2="93611"/>
                        <a14:backgroundMark x1="87813" y1="63056" x2="85703" y2="64583"/>
                        <a14:backgroundMark x1="88906" y1="63056" x2="89688" y2="62778"/>
                      </a14:backgroundRemoval>
                    </a14:imgEffect>
                  </a14:imgLayer>
                </a14:imgProps>
              </a:ext>
            </a:extLst>
          </a:blip>
          <a:srcRect t="60556"/>
          <a:stretch>
            <a:fillRect/>
          </a:stretch>
        </p:blipFill>
        <p:spPr>
          <a:xfrm>
            <a:off x="0" y="4219575"/>
            <a:ext cx="12192000" cy="270510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8E707ECE-21D8-5D74-FF76-F3D9C278214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14015" y1="39222" x2="21168" y2="58982"/>
                        <a14:foregroundMark x1="21168" y1="58982" x2="19270" y2="59880"/>
                        <a14:foregroundMark x1="41460" y1="37126" x2="37664" y2="42216"/>
                        <a14:foregroundMark x1="84526" y1="53593" x2="80146" y2="52695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3489596">
            <a:off x="2969878" y="1677580"/>
            <a:ext cx="1001801" cy="488469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5923F93-3BB9-E4D9-D355-7A3BD4A97380}"/>
              </a:ext>
            </a:extLst>
          </p:cNvPr>
          <p:cNvSpPr txBox="1"/>
          <p:nvPr/>
        </p:nvSpPr>
        <p:spPr>
          <a:xfrm>
            <a:off x="485774" y="5800725"/>
            <a:ext cx="89439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chemeClr val="bg1"/>
                </a:solidFill>
              </a:rPr>
              <a:t>追加ボタンを選択して、ファイルを選択または写真を撮影してください。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r>
              <a:rPr kumimoji="1" lang="en-US" altLang="ja-JP" sz="2000" dirty="0">
                <a:solidFill>
                  <a:schemeClr val="bg1"/>
                </a:solidFill>
              </a:rPr>
              <a:t>Select files or take photos.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5DC8AACB-01F4-C5E8-C41F-9D49B790B9CF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rgbClr val="4472C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2410" b="97590" l="3710" r="95645">
                        <a14:foregroundMark x1="36129" y1="33936" x2="36129" y2="33936"/>
                        <a14:foregroundMark x1="50645" y1="29920" x2="51290" y2="34538"/>
                        <a14:foregroundMark x1="50161" y1="6627" x2="49355" y2="6024"/>
                        <a14:foregroundMark x1="50161" y1="2410" x2="50161" y2="2410"/>
                        <a14:foregroundMark x1="3710" y1="96787" x2="3710" y2="96787"/>
                        <a14:foregroundMark x1="51935" y1="96988" x2="51935" y2="96988"/>
                        <a14:foregroundMark x1="72903" y1="97791" x2="72903" y2="97791"/>
                        <a14:foregroundMark x1="95645" y1="96988" x2="95645" y2="95984"/>
                      </a14:backgroundRemoval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0396" y="5198060"/>
            <a:ext cx="1500610" cy="1205329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91085F96-2D18-0E37-A64B-D4923F07D798}"/>
              </a:ext>
            </a:extLst>
          </p:cNvPr>
          <p:cNvSpPr/>
          <p:nvPr/>
        </p:nvSpPr>
        <p:spPr>
          <a:xfrm>
            <a:off x="3615907" y="245235"/>
            <a:ext cx="4993256" cy="1468546"/>
          </a:xfrm>
          <a:prstGeom prst="roundRect">
            <a:avLst>
              <a:gd name="adj" fmla="val 5100"/>
            </a:avLst>
          </a:prstGeom>
          <a:noFill/>
          <a:ln w="381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DC27D04C-A57F-F727-E823-EB800FD438B8}"/>
              </a:ext>
            </a:extLst>
          </p:cNvPr>
          <p:cNvSpPr/>
          <p:nvPr/>
        </p:nvSpPr>
        <p:spPr>
          <a:xfrm>
            <a:off x="518691" y="-129540"/>
            <a:ext cx="11231880" cy="5139690"/>
          </a:xfrm>
          <a:prstGeom prst="roundRect">
            <a:avLst>
              <a:gd name="adj" fmla="val 4466"/>
            </a:avLst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以前のバージョンでの操作方法です。</a:t>
            </a:r>
            <a:endParaRPr kumimoji="1" lang="en-US" altLang="ja-JP" sz="2400" dirty="0">
              <a:latin typeface="J-イワタ新ゴシック体ProN E" panose="020B0900000000000000" pitchFamily="34" charset="-128"/>
              <a:ea typeface="J-イワタ新ゴシック体ProN E" panose="020B0900000000000000" pitchFamily="34" charset="-128"/>
            </a:endParaRPr>
          </a:p>
          <a:p>
            <a:pPr algn="ctr"/>
            <a:r>
              <a:rPr kumimoji="1" lang="ja-JP" altLang="en-US" sz="24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考査問題のアップロードには、「考査一覧」画面のご利用がおすすめです。</a:t>
            </a:r>
          </a:p>
        </p:txBody>
      </p:sp>
    </p:spTree>
    <p:extLst>
      <p:ext uri="{BB962C8B-B14F-4D97-AF65-F5344CB8AC3E}">
        <p14:creationId xmlns:p14="http://schemas.microsoft.com/office/powerpoint/2010/main" val="9077542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 advTm="3000">
        <p159:morph option="byObject"/>
      </p:transition>
    </mc:Choice>
    <mc:Fallback xmlns="">
      <p:transition spd="slow" advTm="3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19BD27-FDD8-B4E7-1138-775B18A60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2768A19E-AE16-D0CB-FF0C-F042DFF312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731198"/>
            <a:ext cx="12192000" cy="8170098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16DDE1E2-52CA-1762-6332-F12291B9BB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9861" l="547" r="98750">
                        <a14:foregroundMark x1="15937" y1="94583" x2="51406" y2="88750"/>
                        <a14:foregroundMark x1="6406" y1="86111" x2="32344" y2="88333"/>
                        <a14:foregroundMark x1="5000" y1="85417" x2="41250" y2="93750"/>
                        <a14:foregroundMark x1="41250" y1="93750" x2="91016" y2="88056"/>
                        <a14:foregroundMark x1="91016" y1="88056" x2="93828" y2="84028"/>
                        <a14:foregroundMark x1="68125" y1="97222" x2="98203" y2="81944"/>
                        <a14:foregroundMark x1="98203" y1="81944" x2="98203" y2="81944"/>
                        <a14:foregroundMark x1="98438" y1="70694" x2="96953" y2="88333"/>
                        <a14:foregroundMark x1="10391" y1="93472" x2="547" y2="89028"/>
                        <a14:foregroundMark x1="1797" y1="82778" x2="9297" y2="82639"/>
                        <a14:foregroundMark x1="1250" y1="81944" x2="10313" y2="82222"/>
                        <a14:foregroundMark x1="10313" y1="82222" x2="83359" y2="80139"/>
                        <a14:foregroundMark x1="83359" y1="80139" x2="88750" y2="80139"/>
                        <a14:foregroundMark x1="86953" y1="79444" x2="88906" y2="68333"/>
                        <a14:foregroundMark x1="88906" y1="68333" x2="98750" y2="64306"/>
                        <a14:foregroundMark x1="97031" y1="88750" x2="89375" y2="99861"/>
                        <a14:foregroundMark x1="79375" y1="97639" x2="88828" y2="93611"/>
                        <a14:backgroundMark x1="87813" y1="63056" x2="85703" y2="64583"/>
                        <a14:backgroundMark x1="88906" y1="63056" x2="89688" y2="62778"/>
                      </a14:backgroundRemoval>
                    </a14:imgEffect>
                  </a14:imgLayer>
                </a14:imgProps>
              </a:ext>
            </a:extLst>
          </a:blip>
          <a:srcRect t="60556"/>
          <a:stretch>
            <a:fillRect/>
          </a:stretch>
        </p:blipFill>
        <p:spPr>
          <a:xfrm>
            <a:off x="0" y="4219575"/>
            <a:ext cx="12192000" cy="2705100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8425BB8-8E04-28E7-EBA9-DFAC796A3AB0}"/>
              </a:ext>
            </a:extLst>
          </p:cNvPr>
          <p:cNvSpPr txBox="1"/>
          <p:nvPr/>
        </p:nvSpPr>
        <p:spPr>
          <a:xfrm>
            <a:off x="485774" y="5800725"/>
            <a:ext cx="101250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chemeClr val="bg1"/>
                </a:solidFill>
              </a:rPr>
              <a:t>追加したファイルは並び替えできます。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r>
              <a:rPr kumimoji="1" lang="ja-JP" altLang="en-US" sz="2000" dirty="0">
                <a:solidFill>
                  <a:schemeClr val="bg1"/>
                </a:solidFill>
              </a:rPr>
              <a:t>現在のファイル名はアップロードされません。</a:t>
            </a:r>
            <a:endParaRPr kumimoji="1" lang="en-US" altLang="ja-JP" sz="2000" dirty="0">
              <a:solidFill>
                <a:schemeClr val="bg1"/>
              </a:solidFill>
            </a:endParaRPr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B839E1AB-ACC7-3337-9F02-3F8D229DC04E}"/>
              </a:ext>
            </a:extLst>
          </p:cNvPr>
          <p:cNvSpPr/>
          <p:nvPr/>
        </p:nvSpPr>
        <p:spPr>
          <a:xfrm>
            <a:off x="3795279" y="2521527"/>
            <a:ext cx="419100" cy="419100"/>
          </a:xfrm>
          <a:prstGeom prst="ellipse">
            <a:avLst/>
          </a:prstGeom>
          <a:noFill/>
          <a:ln w="38100">
            <a:solidFill>
              <a:srgbClr val="E8202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97141C53-DE93-FB9D-F876-AC57801B1D1E}"/>
              </a:ext>
            </a:extLst>
          </p:cNvPr>
          <p:cNvSpPr/>
          <p:nvPr/>
        </p:nvSpPr>
        <p:spPr>
          <a:xfrm>
            <a:off x="4432588" y="3009900"/>
            <a:ext cx="419100" cy="419100"/>
          </a:xfrm>
          <a:prstGeom prst="ellipse">
            <a:avLst/>
          </a:prstGeom>
          <a:noFill/>
          <a:ln w="38100">
            <a:solidFill>
              <a:srgbClr val="E8202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吹き出し: 線 15">
            <a:extLst>
              <a:ext uri="{FF2B5EF4-FFF2-40B4-BE49-F238E27FC236}">
                <a16:creationId xmlns:a16="http://schemas.microsoft.com/office/drawing/2014/main" id="{5B41FAB6-D5AF-C2D3-0847-9330E5AEEECA}"/>
              </a:ext>
            </a:extLst>
          </p:cNvPr>
          <p:cNvSpPr/>
          <p:nvPr/>
        </p:nvSpPr>
        <p:spPr>
          <a:xfrm>
            <a:off x="6010795" y="3429000"/>
            <a:ext cx="2264525" cy="368290"/>
          </a:xfrm>
          <a:prstGeom prst="borderCallout1">
            <a:avLst>
              <a:gd name="adj1" fmla="val 38511"/>
              <a:gd name="adj2" fmla="val 5259"/>
              <a:gd name="adj3" fmla="val -25936"/>
              <a:gd name="adj4" fmla="val -52325"/>
            </a:avLst>
          </a:prstGeom>
          <a:solidFill>
            <a:schemeClr val="accent1"/>
          </a:solidFill>
          <a:ln w="38100"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/>
              <a:t>サムネイル選択でプレビュー</a:t>
            </a:r>
          </a:p>
        </p:txBody>
      </p:sp>
      <p:sp>
        <p:nvSpPr>
          <p:cNvPr id="17" name="吹き出し: 線 16">
            <a:extLst>
              <a:ext uri="{FF2B5EF4-FFF2-40B4-BE49-F238E27FC236}">
                <a16:creationId xmlns:a16="http://schemas.microsoft.com/office/drawing/2014/main" id="{C4E24B99-4491-78B8-639C-76184E6B9DF5}"/>
              </a:ext>
            </a:extLst>
          </p:cNvPr>
          <p:cNvSpPr/>
          <p:nvPr/>
        </p:nvSpPr>
        <p:spPr>
          <a:xfrm>
            <a:off x="1042555" y="1905000"/>
            <a:ext cx="2264525" cy="368290"/>
          </a:xfrm>
          <a:prstGeom prst="borderCallout1">
            <a:avLst>
              <a:gd name="adj1" fmla="val 36442"/>
              <a:gd name="adj2" fmla="val 100487"/>
              <a:gd name="adj3" fmla="val 199587"/>
              <a:gd name="adj4" fmla="val 121643"/>
            </a:avLst>
          </a:prstGeom>
          <a:solidFill>
            <a:schemeClr val="accent1"/>
          </a:solidFill>
          <a:ln w="38100"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/>
              <a:t>ドラッグして並び替え</a:t>
            </a:r>
          </a:p>
        </p:txBody>
      </p:sp>
      <p:sp>
        <p:nvSpPr>
          <p:cNvPr id="18" name="楕円 17">
            <a:extLst>
              <a:ext uri="{FF2B5EF4-FFF2-40B4-BE49-F238E27FC236}">
                <a16:creationId xmlns:a16="http://schemas.microsoft.com/office/drawing/2014/main" id="{A248AEB9-BB26-DF55-9BAF-07EE1F2AA33D}"/>
              </a:ext>
            </a:extLst>
          </p:cNvPr>
          <p:cNvSpPr/>
          <p:nvPr/>
        </p:nvSpPr>
        <p:spPr>
          <a:xfrm>
            <a:off x="3376179" y="3896017"/>
            <a:ext cx="1475509" cy="785659"/>
          </a:xfrm>
          <a:prstGeom prst="ellipse">
            <a:avLst/>
          </a:prstGeom>
          <a:noFill/>
          <a:ln w="38100">
            <a:solidFill>
              <a:srgbClr val="E8202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吹き出し: 線 18">
            <a:extLst>
              <a:ext uri="{FF2B5EF4-FFF2-40B4-BE49-F238E27FC236}">
                <a16:creationId xmlns:a16="http://schemas.microsoft.com/office/drawing/2014/main" id="{F8982124-B045-082A-4462-F467CF5EE3A5}"/>
              </a:ext>
            </a:extLst>
          </p:cNvPr>
          <p:cNvSpPr/>
          <p:nvPr/>
        </p:nvSpPr>
        <p:spPr>
          <a:xfrm>
            <a:off x="693247" y="4497531"/>
            <a:ext cx="2264525" cy="368290"/>
          </a:xfrm>
          <a:prstGeom prst="borderCallout1">
            <a:avLst>
              <a:gd name="adj1" fmla="val 36442"/>
              <a:gd name="adj2" fmla="val 100487"/>
              <a:gd name="adj3" fmla="val -30592"/>
              <a:gd name="adj4" fmla="val 117857"/>
            </a:avLst>
          </a:prstGeom>
          <a:solidFill>
            <a:schemeClr val="accent1"/>
          </a:solidFill>
          <a:ln w="38100"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/>
              <a:t>現在の順序を逆にする</a:t>
            </a:r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8D0D493C-AE46-63C6-6432-CA81F2F91ECD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rgbClr val="4472C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2410" b="97590" l="3710" r="95645">
                        <a14:foregroundMark x1="36129" y1="33936" x2="36129" y2="33936"/>
                        <a14:foregroundMark x1="50645" y1="29920" x2="51290" y2="34538"/>
                        <a14:foregroundMark x1="50161" y1="6627" x2="49355" y2="6024"/>
                        <a14:foregroundMark x1="50161" y1="2410" x2="50161" y2="2410"/>
                        <a14:foregroundMark x1="3710" y1="96787" x2="3710" y2="96787"/>
                        <a14:foregroundMark x1="51935" y1="96988" x2="51935" y2="96988"/>
                        <a14:foregroundMark x1="72903" y1="97791" x2="72903" y2="97791"/>
                        <a14:foregroundMark x1="95645" y1="96988" x2="95645" y2="95984"/>
                      </a14:backgroundRemoval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0396" y="5198060"/>
            <a:ext cx="1500610" cy="1205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623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3000">
        <p:fade/>
      </p:transition>
    </mc:Choice>
    <mc:Fallback xmlns="">
      <p:transition spd="med" advTm="13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2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1" presetClass="entr" presetSubtype="1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4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750"/>
                            </p:stCondLst>
                            <p:childTnLst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250"/>
                            </p:stCondLst>
                            <p:childTnLst>
                              <p:par>
                                <p:cTn id="20" presetID="21" presetClass="entr" presetSubtype="1" fill="hold" grpId="0" nodeType="after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7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DAE99-F361-C468-B3A9-9076892DE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6677CFF-8D05-CF2B-8B41-E6E3E3EB04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731198"/>
            <a:ext cx="12192000" cy="8170098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B14D21B0-D52D-98EA-1477-4174A3EEB2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9861" l="547" r="98750">
                        <a14:foregroundMark x1="15937" y1="94583" x2="51406" y2="88750"/>
                        <a14:foregroundMark x1="6406" y1="86111" x2="32344" y2="88333"/>
                        <a14:foregroundMark x1="5000" y1="85417" x2="41250" y2="93750"/>
                        <a14:foregroundMark x1="41250" y1="93750" x2="91016" y2="88056"/>
                        <a14:foregroundMark x1="91016" y1="88056" x2="93828" y2="84028"/>
                        <a14:foregroundMark x1="68125" y1="97222" x2="98203" y2="81944"/>
                        <a14:foregroundMark x1="98203" y1="81944" x2="98203" y2="81944"/>
                        <a14:foregroundMark x1="98438" y1="70694" x2="96953" y2="88333"/>
                        <a14:foregroundMark x1="10391" y1="93472" x2="547" y2="89028"/>
                        <a14:foregroundMark x1="1797" y1="82778" x2="9297" y2="82639"/>
                        <a14:foregroundMark x1="1250" y1="81944" x2="10313" y2="82222"/>
                        <a14:foregroundMark x1="10313" y1="82222" x2="83359" y2="80139"/>
                        <a14:foregroundMark x1="83359" y1="80139" x2="88750" y2="80139"/>
                        <a14:foregroundMark x1="86953" y1="79444" x2="88906" y2="68333"/>
                        <a14:foregroundMark x1="88906" y1="68333" x2="98750" y2="64306"/>
                        <a14:foregroundMark x1="97031" y1="88750" x2="89375" y2="99861"/>
                        <a14:foregroundMark x1="79375" y1="97639" x2="88828" y2="93611"/>
                        <a14:backgroundMark x1="87813" y1="63056" x2="85703" y2="64583"/>
                        <a14:backgroundMark x1="88906" y1="63056" x2="89688" y2="62778"/>
                      </a14:backgroundRemoval>
                    </a14:imgEffect>
                  </a14:imgLayer>
                </a14:imgProps>
              </a:ext>
            </a:extLst>
          </a:blip>
          <a:srcRect t="60556"/>
          <a:stretch>
            <a:fillRect/>
          </a:stretch>
        </p:blipFill>
        <p:spPr>
          <a:xfrm>
            <a:off x="0" y="4219575"/>
            <a:ext cx="12192000" cy="270510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6878C7C5-3839-CCF0-1F60-F130C0AFE5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14015" y1="39222" x2="21168" y2="58982"/>
                        <a14:foregroundMark x1="21168" y1="58982" x2="19270" y2="59880"/>
                        <a14:foregroundMark x1="41460" y1="37126" x2="37664" y2="42216"/>
                        <a14:foregroundMark x1="84526" y1="53593" x2="80146" y2="52695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037571">
            <a:off x="5679415" y="4016982"/>
            <a:ext cx="1558883" cy="760097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732CC93E-6DF4-99E9-F37E-CF276FB2C3B7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rgbClr val="4472C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2410" b="97590" l="3710" r="95645">
                        <a14:foregroundMark x1="36129" y1="33936" x2="36129" y2="33936"/>
                        <a14:foregroundMark x1="50645" y1="29920" x2="51290" y2="34538"/>
                        <a14:foregroundMark x1="50161" y1="6627" x2="49355" y2="6024"/>
                        <a14:foregroundMark x1="50161" y1="2410" x2="50161" y2="2410"/>
                        <a14:foregroundMark x1="3710" y1="96787" x2="3710" y2="96787"/>
                        <a14:foregroundMark x1="51935" y1="96988" x2="51935" y2="96988"/>
                        <a14:foregroundMark x1="72903" y1="97791" x2="72903" y2="97791"/>
                        <a14:foregroundMark x1="95645" y1="96988" x2="95645" y2="95984"/>
                      </a14:backgroundRemoval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0396" y="5198060"/>
            <a:ext cx="1500610" cy="1205329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928B0F06-42F5-25BE-1006-E0755981625F}"/>
              </a:ext>
            </a:extLst>
          </p:cNvPr>
          <p:cNvSpPr/>
          <p:nvPr/>
        </p:nvSpPr>
        <p:spPr>
          <a:xfrm>
            <a:off x="518691" y="1241168"/>
            <a:ext cx="11231880" cy="3768982"/>
          </a:xfrm>
          <a:prstGeom prst="roundRect">
            <a:avLst>
              <a:gd name="adj" fmla="val 4466"/>
            </a:avLst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現在、ファイル追加と情報入力の順番が逆になっています。</a:t>
            </a:r>
          </a:p>
        </p:txBody>
      </p:sp>
    </p:spTree>
    <p:extLst>
      <p:ext uri="{BB962C8B-B14F-4D97-AF65-F5344CB8AC3E}">
        <p14:creationId xmlns:p14="http://schemas.microsoft.com/office/powerpoint/2010/main" val="2218209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 advTm="2000">
        <p159:morph option="byObject"/>
      </p:transition>
    </mc:Choice>
    <mc:Fallback xmlns="">
      <p:transition spd="slow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78181-01BA-F8A3-2F6F-41B2BBB2A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A88D1F67-53B7-805E-1861-5A13D845C1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345589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30A57B33-E4BF-4D98-874D-3214CF0A844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9861" l="547" r="98750">
                        <a14:foregroundMark x1="15937" y1="94583" x2="51406" y2="88750"/>
                        <a14:foregroundMark x1="6406" y1="86111" x2="32344" y2="88333"/>
                        <a14:foregroundMark x1="5000" y1="85417" x2="41250" y2="93750"/>
                        <a14:foregroundMark x1="41250" y1="93750" x2="91016" y2="88056"/>
                        <a14:foregroundMark x1="91016" y1="88056" x2="93828" y2="84028"/>
                        <a14:foregroundMark x1="68125" y1="97222" x2="98203" y2="81944"/>
                        <a14:foregroundMark x1="98203" y1="81944" x2="98203" y2="81944"/>
                        <a14:foregroundMark x1="98438" y1="70694" x2="96953" y2="88333"/>
                        <a14:foregroundMark x1="10391" y1="93472" x2="547" y2="89028"/>
                        <a14:foregroundMark x1="1797" y1="82778" x2="9297" y2="82639"/>
                        <a14:foregroundMark x1="1250" y1="81944" x2="10313" y2="82222"/>
                        <a14:foregroundMark x1="10313" y1="82222" x2="83359" y2="80139"/>
                        <a14:foregroundMark x1="83359" y1="80139" x2="88750" y2="80139"/>
                        <a14:foregroundMark x1="86953" y1="79444" x2="88906" y2="68333"/>
                        <a14:foregroundMark x1="88906" y1="68333" x2="98750" y2="64306"/>
                        <a14:foregroundMark x1="97031" y1="88750" x2="89375" y2="99861"/>
                        <a14:foregroundMark x1="79375" y1="97639" x2="88828" y2="93611"/>
                        <a14:backgroundMark x1="87813" y1="63056" x2="85703" y2="64583"/>
                        <a14:backgroundMark x1="88906" y1="63056" x2="89688" y2="62778"/>
                      </a14:backgroundRemoval>
                    </a14:imgEffect>
                  </a14:imgLayer>
                </a14:imgProps>
              </a:ext>
            </a:extLst>
          </a:blip>
          <a:srcRect t="60556"/>
          <a:stretch>
            <a:fillRect/>
          </a:stretch>
        </p:blipFill>
        <p:spPr>
          <a:xfrm>
            <a:off x="0" y="4219575"/>
            <a:ext cx="12192000" cy="2705100"/>
          </a:xfrm>
          <a:prstGeom prst="rect">
            <a:avLst/>
          </a:prstGeom>
        </p:spPr>
      </p:pic>
      <p:sp>
        <p:nvSpPr>
          <p:cNvPr id="5" name="吹き出し: 線 4">
            <a:extLst>
              <a:ext uri="{FF2B5EF4-FFF2-40B4-BE49-F238E27FC236}">
                <a16:creationId xmlns:a16="http://schemas.microsoft.com/office/drawing/2014/main" id="{92E299AE-4C88-0277-76E8-78368083C896}"/>
              </a:ext>
            </a:extLst>
          </p:cNvPr>
          <p:cNvSpPr/>
          <p:nvPr/>
        </p:nvSpPr>
        <p:spPr>
          <a:xfrm>
            <a:off x="6975245" y="800100"/>
            <a:ext cx="2264525" cy="368290"/>
          </a:xfrm>
          <a:prstGeom prst="borderCallout1">
            <a:avLst>
              <a:gd name="adj1" fmla="val 38511"/>
              <a:gd name="adj2" fmla="val 5259"/>
              <a:gd name="adj3" fmla="val 105964"/>
              <a:gd name="adj4" fmla="val -39706"/>
            </a:avLst>
          </a:prstGeom>
          <a:solidFill>
            <a:schemeClr val="accent1"/>
          </a:solidFill>
          <a:ln w="38100"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/>
              <a:t>出題された学年</a:t>
            </a:r>
          </a:p>
        </p:txBody>
      </p:sp>
      <p:sp>
        <p:nvSpPr>
          <p:cNvPr id="7" name="吹き出し: 線 6">
            <a:extLst>
              <a:ext uri="{FF2B5EF4-FFF2-40B4-BE49-F238E27FC236}">
                <a16:creationId xmlns:a16="http://schemas.microsoft.com/office/drawing/2014/main" id="{CBDEE1FA-E490-9086-907A-B71126416F49}"/>
              </a:ext>
            </a:extLst>
          </p:cNvPr>
          <p:cNvSpPr/>
          <p:nvPr/>
        </p:nvSpPr>
        <p:spPr>
          <a:xfrm>
            <a:off x="7839595" y="3350315"/>
            <a:ext cx="2761730" cy="368290"/>
          </a:xfrm>
          <a:prstGeom prst="borderCallout1">
            <a:avLst>
              <a:gd name="adj1" fmla="val 48856"/>
              <a:gd name="adj2" fmla="val -209"/>
              <a:gd name="adj3" fmla="val 116309"/>
              <a:gd name="adj4" fmla="val -22983"/>
            </a:avLst>
          </a:prstGeom>
          <a:solidFill>
            <a:schemeClr val="accent1"/>
          </a:solidFill>
          <a:ln w="38100"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/>
              <a:t>不明な場合は「区分なし」を選択</a:t>
            </a:r>
          </a:p>
        </p:txBody>
      </p:sp>
      <p:sp>
        <p:nvSpPr>
          <p:cNvPr id="8" name="吹き出し: 線 7">
            <a:extLst>
              <a:ext uri="{FF2B5EF4-FFF2-40B4-BE49-F238E27FC236}">
                <a16:creationId xmlns:a16="http://schemas.microsoft.com/office/drawing/2014/main" id="{B6C30944-F9BC-4EEE-C661-6C6EC332B360}"/>
              </a:ext>
            </a:extLst>
          </p:cNvPr>
          <p:cNvSpPr/>
          <p:nvPr/>
        </p:nvSpPr>
        <p:spPr>
          <a:xfrm flipH="1">
            <a:off x="1267345" y="4617811"/>
            <a:ext cx="2761730" cy="368290"/>
          </a:xfrm>
          <a:prstGeom prst="borderCallout1">
            <a:avLst>
              <a:gd name="adj1" fmla="val 48856"/>
              <a:gd name="adj2" fmla="val -209"/>
              <a:gd name="adj3" fmla="val -15591"/>
              <a:gd name="adj4" fmla="val -19879"/>
            </a:avLst>
          </a:prstGeom>
          <a:solidFill>
            <a:schemeClr val="accent1"/>
          </a:solidFill>
          <a:ln w="38100"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/>
              <a:t>できるだけ区別してください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73AE100-F0D3-BFCA-0422-C9EFC48ED6EE}"/>
              </a:ext>
            </a:extLst>
          </p:cNvPr>
          <p:cNvSpPr txBox="1"/>
          <p:nvPr/>
        </p:nvSpPr>
        <p:spPr>
          <a:xfrm>
            <a:off x="485774" y="5800725"/>
            <a:ext cx="89439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chemeClr val="bg1"/>
                </a:solidFill>
              </a:rPr>
              <a:t>情報の入力をお願いいたします。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r>
              <a:rPr kumimoji="1" lang="en-US" altLang="ja-JP" sz="2000" dirty="0">
                <a:solidFill>
                  <a:schemeClr val="bg1"/>
                </a:solidFill>
              </a:rPr>
              <a:t>Please set the information of the file.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  <p:pic>
        <p:nvPicPr>
          <p:cNvPr id="11" name="安全ビデオ">
            <a:hlinkClick r:id="" action="ppaction://media"/>
            <a:extLst>
              <a:ext uri="{FF2B5EF4-FFF2-40B4-BE49-F238E27FC236}">
                <a16:creationId xmlns:a16="http://schemas.microsoft.com/office/drawing/2014/main" id="{D07C8DDC-DA1E-306B-3D4F-4376713C526C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end="53611.7913"/>
                  <p14:fade out="1500"/>
                </p14:media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07308" y="677662"/>
            <a:ext cx="609600" cy="609600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D03D81B5-6052-BB79-0CA1-82E3C058ED21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rgbClr val="4472C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2410" b="97590" l="3710" r="95645">
                        <a14:foregroundMark x1="36129" y1="33936" x2="36129" y2="33936"/>
                        <a14:foregroundMark x1="50645" y1="29920" x2="51290" y2="34538"/>
                        <a14:foregroundMark x1="50161" y1="6627" x2="49355" y2="6024"/>
                        <a14:foregroundMark x1="50161" y1="2410" x2="50161" y2="2410"/>
                        <a14:foregroundMark x1="3710" y1="96787" x2="3710" y2="96787"/>
                        <a14:foregroundMark x1="51935" y1="96988" x2="51935" y2="96988"/>
                        <a14:foregroundMark x1="72903" y1="97791" x2="72903" y2="97791"/>
                        <a14:foregroundMark x1="95645" y1="96988" x2="95645" y2="95984"/>
                      </a14:backgroundRemoval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0396" y="5198060"/>
            <a:ext cx="1500610" cy="1205329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8E9CE725-EEFA-5A47-6CD0-9EA08CFE2208}"/>
              </a:ext>
            </a:extLst>
          </p:cNvPr>
          <p:cNvSpPr/>
          <p:nvPr/>
        </p:nvSpPr>
        <p:spPr>
          <a:xfrm>
            <a:off x="485774" y="1687130"/>
            <a:ext cx="11231880" cy="1031230"/>
          </a:xfrm>
          <a:prstGeom prst="roundRect">
            <a:avLst>
              <a:gd name="adj" fmla="val 4466"/>
            </a:avLst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以前のバージョンでの操作方法です。</a:t>
            </a:r>
            <a:endParaRPr kumimoji="1" lang="en-US" altLang="ja-JP" sz="2400" dirty="0">
              <a:latin typeface="J-イワタ新ゴシック体ProN E" panose="020B0900000000000000" pitchFamily="34" charset="-128"/>
              <a:ea typeface="J-イワタ新ゴシック体ProN E" panose="020B0900000000000000" pitchFamily="34" charset="-128"/>
            </a:endParaRPr>
          </a:p>
          <a:p>
            <a:pPr algn="ctr"/>
            <a:r>
              <a:rPr kumimoji="1" lang="ja-JP" altLang="en-US" sz="24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考査問題のアップロードには、「考査一覧」画面のご利用がおすすめです。</a:t>
            </a:r>
          </a:p>
        </p:txBody>
      </p:sp>
    </p:spTree>
    <p:extLst>
      <p:ext uri="{BB962C8B-B14F-4D97-AF65-F5344CB8AC3E}">
        <p14:creationId xmlns:p14="http://schemas.microsoft.com/office/powerpoint/2010/main" val="148877856"/>
      </p:ext>
    </p:extLst>
  </p:cSld>
  <p:clrMapOvr>
    <a:masterClrMapping/>
  </p:clrMapOvr>
  <p:transition spd="slow" advTm="10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grpId="0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750"/>
                            </p:stCondLst>
                            <p:childTnLst>
                              <p:par>
                                <p:cTn id="17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2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1"/>
                </p:tgtEl>
              </p:cMediaNode>
            </p:audio>
          </p:childTnLst>
        </p:cTn>
      </p:par>
    </p:tnLst>
    <p:bldLst>
      <p:bldP spid="5" grpId="0" animBg="1"/>
      <p:bldP spid="7" grpId="0" animBg="1"/>
      <p:bldP spid="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34618-DA5D-C0B0-CF88-6EC8B2D1A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A7B5F2C8-1EC5-EBCB-CC3F-DCC6BE5247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520145"/>
            <a:ext cx="12192000" cy="7345589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AB6BD76D-76B6-CA53-CAA2-C55D4776F6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9861" l="547" r="98750">
                        <a14:foregroundMark x1="15937" y1="94583" x2="51406" y2="88750"/>
                        <a14:foregroundMark x1="6406" y1="86111" x2="32344" y2="88333"/>
                        <a14:foregroundMark x1="5000" y1="85417" x2="41250" y2="93750"/>
                        <a14:foregroundMark x1="41250" y1="93750" x2="91016" y2="88056"/>
                        <a14:foregroundMark x1="91016" y1="88056" x2="93828" y2="84028"/>
                        <a14:foregroundMark x1="68125" y1="97222" x2="98203" y2="81944"/>
                        <a14:foregroundMark x1="98203" y1="81944" x2="98203" y2="81944"/>
                        <a14:foregroundMark x1="98438" y1="70694" x2="96953" y2="88333"/>
                        <a14:foregroundMark x1="10391" y1="93472" x2="547" y2="89028"/>
                        <a14:foregroundMark x1="1797" y1="82778" x2="9297" y2="82639"/>
                        <a14:foregroundMark x1="1250" y1="81944" x2="10313" y2="82222"/>
                        <a14:foregroundMark x1="10313" y1="82222" x2="83359" y2="80139"/>
                        <a14:foregroundMark x1="83359" y1="80139" x2="88750" y2="80139"/>
                        <a14:foregroundMark x1="86953" y1="79444" x2="88906" y2="68333"/>
                        <a14:foregroundMark x1="88906" y1="68333" x2="98750" y2="64306"/>
                        <a14:foregroundMark x1="97031" y1="88750" x2="89375" y2="99861"/>
                        <a14:foregroundMark x1="79375" y1="97639" x2="88828" y2="93611"/>
                        <a14:backgroundMark x1="87813" y1="63056" x2="85703" y2="64583"/>
                        <a14:backgroundMark x1="88906" y1="63056" x2="89688" y2="62778"/>
                      </a14:backgroundRemoval>
                    </a14:imgEffect>
                  </a14:imgLayer>
                </a14:imgProps>
              </a:ext>
            </a:extLst>
          </a:blip>
          <a:srcRect t="60556"/>
          <a:stretch>
            <a:fillRect/>
          </a:stretch>
        </p:blipFill>
        <p:spPr>
          <a:xfrm>
            <a:off x="0" y="4219575"/>
            <a:ext cx="12192000" cy="2705100"/>
          </a:xfrm>
          <a:prstGeom prst="rect">
            <a:avLst/>
          </a:prstGeom>
        </p:spPr>
      </p:pic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077F32BA-3D20-157B-049B-FDF21C731FA0}"/>
              </a:ext>
            </a:extLst>
          </p:cNvPr>
          <p:cNvGrpSpPr/>
          <p:nvPr/>
        </p:nvGrpSpPr>
        <p:grpSpPr>
          <a:xfrm>
            <a:off x="8591550" y="923925"/>
            <a:ext cx="2781301" cy="2838450"/>
            <a:chOff x="8591550" y="923925"/>
            <a:chExt cx="2781301" cy="2838450"/>
          </a:xfrm>
        </p:grpSpPr>
        <p:sp>
          <p:nvSpPr>
            <p:cNvPr id="2" name="右大かっこ 1">
              <a:extLst>
                <a:ext uri="{FF2B5EF4-FFF2-40B4-BE49-F238E27FC236}">
                  <a16:creationId xmlns:a16="http://schemas.microsoft.com/office/drawing/2014/main" id="{B7FA59FC-0336-C7DB-0F66-A4BC9EDD7BC5}"/>
                </a:ext>
              </a:extLst>
            </p:cNvPr>
            <p:cNvSpPr/>
            <p:nvPr/>
          </p:nvSpPr>
          <p:spPr>
            <a:xfrm>
              <a:off x="8591550" y="923925"/>
              <a:ext cx="342900" cy="2838450"/>
            </a:xfrm>
            <a:prstGeom prst="rightBracket">
              <a:avLst/>
            </a:prstGeom>
            <a:ln w="381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吹き出し: 線 5">
              <a:extLst>
                <a:ext uri="{FF2B5EF4-FFF2-40B4-BE49-F238E27FC236}">
                  <a16:creationId xmlns:a16="http://schemas.microsoft.com/office/drawing/2014/main" id="{9A8FEBAB-80A4-9486-0B0F-61DE9F3B7DCD}"/>
                </a:ext>
              </a:extLst>
            </p:cNvPr>
            <p:cNvSpPr/>
            <p:nvPr/>
          </p:nvSpPr>
          <p:spPr>
            <a:xfrm>
              <a:off x="9448801" y="2209798"/>
              <a:ext cx="1924050" cy="838201"/>
            </a:xfrm>
            <a:prstGeom prst="borderCallout1">
              <a:avLst>
                <a:gd name="adj1" fmla="val 27147"/>
                <a:gd name="adj2" fmla="val -864"/>
                <a:gd name="adj3" fmla="val -19471"/>
                <a:gd name="adj4" fmla="val -26471"/>
              </a:avLst>
            </a:prstGeom>
            <a:solidFill>
              <a:schemeClr val="accent1"/>
            </a:solidFill>
            <a:ln w="381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/>
              <a:r>
                <a:rPr kumimoji="1" lang="ja-JP" altLang="en-US" sz="1200" b="1" dirty="0"/>
                <a:t>考査以外をアップロードする際は、コメント欄に</a:t>
              </a:r>
              <a:br>
                <a:rPr kumimoji="1" lang="en-US" altLang="ja-JP" sz="1200" b="1" dirty="0"/>
              </a:br>
              <a:r>
                <a:rPr kumimoji="1" lang="ja-JP" altLang="en-US" sz="1200" b="1" dirty="0"/>
                <a:t>内容を記入</a:t>
              </a:r>
            </a:p>
          </p:txBody>
        </p:sp>
      </p:grp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CBD3B3B-A55B-743F-6C87-9108D0A32E67}"/>
              </a:ext>
            </a:extLst>
          </p:cNvPr>
          <p:cNvSpPr txBox="1"/>
          <p:nvPr/>
        </p:nvSpPr>
        <p:spPr>
          <a:xfrm>
            <a:off x="485774" y="5800725"/>
            <a:ext cx="89439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chemeClr val="bg1"/>
                </a:solidFill>
              </a:rPr>
              <a:t>情報の入力をお願いいたします。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r>
              <a:rPr kumimoji="1" lang="en-US" altLang="ja-JP" sz="2000" dirty="0">
                <a:solidFill>
                  <a:schemeClr val="bg1"/>
                </a:solidFill>
              </a:rPr>
              <a:t>Please set the information of the file.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8BB9AA2-E9E9-6248-FB3F-EFE426BF71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14015" y1="39222" x2="21168" y2="58982"/>
                        <a14:foregroundMark x1="21168" y1="58982" x2="19270" y2="59880"/>
                        <a14:foregroundMark x1="41460" y1="37126" x2="37664" y2="42216"/>
                        <a14:foregroundMark x1="84526" y1="53593" x2="80146" y2="52695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037571">
            <a:off x="5584165" y="4410049"/>
            <a:ext cx="1558883" cy="760097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F6BF28B0-DD51-6BC1-A1D0-0774FABC8EB7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rgbClr val="4472C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2410" b="97590" l="3710" r="95645">
                        <a14:foregroundMark x1="36129" y1="33936" x2="36129" y2="33936"/>
                        <a14:foregroundMark x1="50645" y1="29920" x2="51290" y2="34538"/>
                        <a14:foregroundMark x1="50161" y1="6627" x2="49355" y2="6024"/>
                        <a14:foregroundMark x1="50161" y1="2410" x2="50161" y2="2410"/>
                        <a14:foregroundMark x1="3710" y1="96787" x2="3710" y2="96787"/>
                        <a14:foregroundMark x1="51935" y1="96988" x2="51935" y2="96988"/>
                        <a14:foregroundMark x1="72903" y1="97791" x2="72903" y2="97791"/>
                        <a14:foregroundMark x1="95645" y1="96988" x2="95645" y2="95984"/>
                      </a14:backgroundRemoval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0396" y="5198060"/>
            <a:ext cx="1500610" cy="1205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140071"/>
      </p:ext>
    </p:extLst>
  </p:cSld>
  <p:clrMapOvr>
    <a:masterClrMapping/>
  </p:clrMapOvr>
  <p:transition advTm="7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1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870460-D114-BA04-586B-21F9FBE2C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106A2A1F-686C-74D7-D57F-318049422B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3124359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6A906AB-20C7-CDC3-D937-8944F2FEFB3C}"/>
              </a:ext>
            </a:extLst>
          </p:cNvPr>
          <p:cNvSpPr/>
          <p:nvPr/>
        </p:nvSpPr>
        <p:spPr>
          <a:xfrm>
            <a:off x="0" y="166212"/>
            <a:ext cx="12192000" cy="3765550"/>
          </a:xfrm>
          <a:prstGeom prst="rect">
            <a:avLst/>
          </a:prstGeom>
          <a:gradFill>
            <a:gsLst>
              <a:gs pos="18000">
                <a:srgbClr val="EDF1F9"/>
              </a:gs>
              <a:gs pos="55000">
                <a:srgbClr val="EDF1F9">
                  <a:alpha val="55000"/>
                </a:srgbClr>
              </a:gs>
              <a:gs pos="100000">
                <a:srgbClr val="EDF1F9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游ゴシック" panose="020B0400000000000000" pitchFamily="50" charset="-128"/>
              <a:cs typeface="+mn-cs"/>
            </a:endParaRPr>
          </a:p>
        </p:txBody>
      </p:sp>
      <p:pic>
        <p:nvPicPr>
          <p:cNvPr id="2052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5D9D6AC9-EE3E-1750-BABD-EAFC54FF05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9631" y="3731923"/>
            <a:ext cx="1652737" cy="1652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626E7EDD-5319-2271-5FAC-85751B2933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9631" y="3731924"/>
            <a:ext cx="1652737" cy="1652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F46CED0A-A6F2-0339-A72A-59866BB5F9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9861" l="547" r="98750">
                        <a14:foregroundMark x1="15937" y1="94583" x2="51406" y2="88750"/>
                        <a14:foregroundMark x1="6406" y1="86111" x2="32344" y2="88333"/>
                        <a14:foregroundMark x1="5000" y1="85417" x2="41250" y2="93750"/>
                        <a14:foregroundMark x1="41250" y1="93750" x2="91016" y2="88056"/>
                        <a14:foregroundMark x1="91016" y1="88056" x2="93828" y2="84028"/>
                        <a14:foregroundMark x1="68125" y1="97222" x2="98203" y2="81944"/>
                        <a14:foregroundMark x1="98203" y1="81944" x2="98203" y2="81944"/>
                        <a14:foregroundMark x1="98438" y1="70694" x2="96953" y2="88333"/>
                        <a14:foregroundMark x1="10391" y1="93472" x2="547" y2="89028"/>
                        <a14:foregroundMark x1="1797" y1="82778" x2="9297" y2="82639"/>
                        <a14:foregroundMark x1="1250" y1="81944" x2="10313" y2="82222"/>
                        <a14:foregroundMark x1="10313" y1="82222" x2="83359" y2="80139"/>
                        <a14:foregroundMark x1="83359" y1="80139" x2="88750" y2="80139"/>
                        <a14:foregroundMark x1="86953" y1="79444" x2="88906" y2="68333"/>
                        <a14:foregroundMark x1="88906" y1="68333" x2="98750" y2="64306"/>
                        <a14:foregroundMark x1="97031" y1="88750" x2="89375" y2="99861"/>
                        <a14:foregroundMark x1="79375" y1="97639" x2="88828" y2="93611"/>
                        <a14:backgroundMark x1="87813" y1="63056" x2="85703" y2="64583"/>
                        <a14:backgroundMark x1="88906" y1="63056" x2="89688" y2="62778"/>
                      </a14:backgroundRemoval>
                    </a14:imgEffect>
                  </a14:imgLayer>
                </a14:imgProps>
              </a:ext>
            </a:extLst>
          </a:blip>
          <a:srcRect t="60556"/>
          <a:stretch>
            <a:fillRect/>
          </a:stretch>
        </p:blipFill>
        <p:spPr>
          <a:xfrm>
            <a:off x="0" y="4219575"/>
            <a:ext cx="12192000" cy="2705100"/>
          </a:xfrm>
          <a:prstGeom prst="rect">
            <a:avLst/>
          </a:prstGeom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8A3A3C5-929F-1323-E567-9FECDA2B54B7}"/>
              </a:ext>
            </a:extLst>
          </p:cNvPr>
          <p:cNvSpPr txBox="1"/>
          <p:nvPr/>
        </p:nvSpPr>
        <p:spPr>
          <a:xfrm>
            <a:off x="485774" y="5800725"/>
            <a:ext cx="89439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chemeClr val="bg1"/>
                </a:solidFill>
              </a:rPr>
              <a:t>問題がアップロードされ、他の利用者が閲覧できるようになります。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r>
              <a:rPr kumimoji="1" lang="en-US" altLang="ja-JP" sz="2000" dirty="0">
                <a:solidFill>
                  <a:schemeClr val="bg1"/>
                </a:solidFill>
              </a:rPr>
              <a:t>The file will be upload and published.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3E6FA06B-23F2-9287-807F-031C05A6693F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rgbClr val="4472C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2410" b="97590" l="3710" r="95645">
                        <a14:foregroundMark x1="36129" y1="33936" x2="36129" y2="33936"/>
                        <a14:foregroundMark x1="50645" y1="29920" x2="51290" y2="34538"/>
                        <a14:foregroundMark x1="50161" y1="6627" x2="49355" y2="6024"/>
                        <a14:foregroundMark x1="50161" y1="2410" x2="50161" y2="2410"/>
                        <a14:foregroundMark x1="3710" y1="96787" x2="3710" y2="96787"/>
                        <a14:foregroundMark x1="51935" y1="96988" x2="51935" y2="96988"/>
                        <a14:foregroundMark x1="72903" y1="97791" x2="72903" y2="97791"/>
                        <a14:foregroundMark x1="95645" y1="96988" x2="95645" y2="95984"/>
                      </a14:backgroundRemoval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0396" y="5198060"/>
            <a:ext cx="1500610" cy="1205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74330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">
        <p159:morph option="byObject"/>
      </p:transition>
    </mc:Choice>
    <mc:Fallback xmlns="">
      <p:transition spd="slow" advTm="1000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1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53BBFB-37BE-CD79-D181-3F15768CA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AB377F4A-8CAA-3CB1-F471-33F7D4AFFF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3124359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E1ECE32-96DB-8009-5CD8-3958CB9E55E5}"/>
              </a:ext>
            </a:extLst>
          </p:cNvPr>
          <p:cNvSpPr/>
          <p:nvPr/>
        </p:nvSpPr>
        <p:spPr>
          <a:xfrm>
            <a:off x="0" y="166212"/>
            <a:ext cx="12192000" cy="3765550"/>
          </a:xfrm>
          <a:prstGeom prst="rect">
            <a:avLst/>
          </a:prstGeom>
          <a:gradFill>
            <a:gsLst>
              <a:gs pos="18000">
                <a:srgbClr val="EDF1F9"/>
              </a:gs>
              <a:gs pos="55000">
                <a:srgbClr val="EDF1F9">
                  <a:alpha val="55000"/>
                </a:srgbClr>
              </a:gs>
              <a:gs pos="100000">
                <a:srgbClr val="EDF1F9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游ゴシック" panose="020B0400000000000000" pitchFamily="50" charset="-128"/>
              <a:cs typeface="+mn-cs"/>
            </a:endParaRPr>
          </a:p>
        </p:txBody>
      </p:sp>
      <p:pic>
        <p:nvPicPr>
          <p:cNvPr id="2052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AB1B380C-B141-1E4C-C698-AD4C2AE193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9631" y="3731923"/>
            <a:ext cx="1652737" cy="1652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データベースサーバーのアイコン | フリーのアイコンイラスト ...">
            <a:extLst>
              <a:ext uri="{FF2B5EF4-FFF2-40B4-BE49-F238E27FC236}">
                <a16:creationId xmlns:a16="http://schemas.microsoft.com/office/drawing/2014/main" id="{8044D25C-8786-781D-22AD-96AC9D719E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7383" y="166212"/>
            <a:ext cx="822213" cy="822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9B871E23-430A-C664-7B31-43915AFE52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63035" y="485766"/>
            <a:ext cx="3465925" cy="1924396"/>
          </a:xfrm>
          <a:prstGeom prst="rect">
            <a:avLst/>
          </a:prstGeom>
        </p:spPr>
      </p:pic>
      <p:pic>
        <p:nvPicPr>
          <p:cNvPr id="8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9FC9AC3C-E886-0B14-7F4A-5E08F32AB4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5925" y="903370"/>
            <a:ext cx="1200150" cy="1200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19A3116F-24DE-72FD-B1A9-A1CCFD98DF1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9861" l="547" r="98750">
                        <a14:foregroundMark x1="15937" y1="94583" x2="51406" y2="88750"/>
                        <a14:foregroundMark x1="6406" y1="86111" x2="32344" y2="88333"/>
                        <a14:foregroundMark x1="5000" y1="85417" x2="41250" y2="93750"/>
                        <a14:foregroundMark x1="41250" y1="93750" x2="91016" y2="88056"/>
                        <a14:foregroundMark x1="91016" y1="88056" x2="93828" y2="84028"/>
                        <a14:foregroundMark x1="68125" y1="97222" x2="98203" y2="81944"/>
                        <a14:foregroundMark x1="98203" y1="81944" x2="98203" y2="81944"/>
                        <a14:foregroundMark x1="98438" y1="70694" x2="96953" y2="88333"/>
                        <a14:foregroundMark x1="10391" y1="93472" x2="547" y2="89028"/>
                        <a14:foregroundMark x1="1797" y1="82778" x2="9297" y2="82639"/>
                        <a14:foregroundMark x1="1250" y1="81944" x2="10313" y2="82222"/>
                        <a14:foregroundMark x1="10313" y1="82222" x2="83359" y2="80139"/>
                        <a14:foregroundMark x1="83359" y1="80139" x2="88750" y2="80139"/>
                        <a14:foregroundMark x1="86953" y1="79444" x2="88906" y2="68333"/>
                        <a14:foregroundMark x1="88906" y1="68333" x2="98750" y2="64306"/>
                        <a14:foregroundMark x1="97031" y1="88750" x2="89375" y2="99861"/>
                        <a14:foregroundMark x1="79375" y1="97639" x2="88828" y2="93611"/>
                        <a14:backgroundMark x1="87813" y1="63056" x2="85703" y2="64583"/>
                        <a14:backgroundMark x1="88906" y1="63056" x2="89688" y2="62778"/>
                      </a14:backgroundRemoval>
                    </a14:imgEffect>
                  </a14:imgLayer>
                </a14:imgProps>
              </a:ext>
            </a:extLst>
          </a:blip>
          <a:srcRect t="60556"/>
          <a:stretch>
            <a:fillRect/>
          </a:stretch>
        </p:blipFill>
        <p:spPr>
          <a:xfrm>
            <a:off x="0" y="4219575"/>
            <a:ext cx="12192000" cy="2705100"/>
          </a:xfrm>
          <a:prstGeom prst="rect">
            <a:avLst/>
          </a:prstGeom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0CC9D2B-3A76-1336-81BF-CAF7B1C2F36C}"/>
              </a:ext>
            </a:extLst>
          </p:cNvPr>
          <p:cNvSpPr txBox="1"/>
          <p:nvPr/>
        </p:nvSpPr>
        <p:spPr>
          <a:xfrm>
            <a:off x="485774" y="5800725"/>
            <a:ext cx="89439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chemeClr val="bg1"/>
                </a:solidFill>
              </a:rPr>
              <a:t>問題がアップロードされ、他の利用者が閲覧できるようになります。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r>
              <a:rPr kumimoji="1" lang="en-US" altLang="ja-JP" sz="2000" dirty="0">
                <a:solidFill>
                  <a:schemeClr val="bg1"/>
                </a:solidFill>
              </a:rPr>
              <a:t>The file will be upload and published.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  <p:sp>
        <p:nvSpPr>
          <p:cNvPr id="7" name="矢印: 右 6">
            <a:extLst>
              <a:ext uri="{FF2B5EF4-FFF2-40B4-BE49-F238E27FC236}">
                <a16:creationId xmlns:a16="http://schemas.microsoft.com/office/drawing/2014/main" id="{1D54C5CE-44F3-097D-3DC5-EDE7BED86FB4}"/>
              </a:ext>
            </a:extLst>
          </p:cNvPr>
          <p:cNvSpPr/>
          <p:nvPr/>
        </p:nvSpPr>
        <p:spPr>
          <a:xfrm rot="5400000" flipH="1">
            <a:off x="5332793" y="2645028"/>
            <a:ext cx="1526408" cy="609600"/>
          </a:xfrm>
          <a:prstGeom prst="rightArrow">
            <a:avLst>
              <a:gd name="adj1" fmla="val 36767"/>
              <a:gd name="adj2" fmla="val 74233"/>
            </a:avLst>
          </a:prstGeom>
          <a:solidFill>
            <a:schemeClr val="accent1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游ゴシック" panose="020B0400000000000000" pitchFamily="50" charset="-128"/>
              <a:cs typeface="+mn-cs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7270D176-550A-2664-6012-4BAE9F9B143A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rgbClr val="4472C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2410" b="97590" l="3710" r="95645">
                        <a14:foregroundMark x1="36129" y1="33936" x2="36129" y2="33936"/>
                        <a14:foregroundMark x1="50645" y1="29920" x2="51290" y2="34538"/>
                        <a14:foregroundMark x1="50161" y1="6627" x2="49355" y2="6024"/>
                        <a14:foregroundMark x1="50161" y1="2410" x2="50161" y2="2410"/>
                        <a14:foregroundMark x1="3710" y1="96787" x2="3710" y2="96787"/>
                        <a14:foregroundMark x1="51935" y1="96988" x2="51935" y2="96988"/>
                        <a14:foregroundMark x1="72903" y1="97791" x2="72903" y2="97791"/>
                        <a14:foregroundMark x1="95645" y1="96988" x2="95645" y2="95984"/>
                      </a14:backgroundRemoval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0396" y="5198060"/>
            <a:ext cx="1500610" cy="1205329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86948F9B-D527-E448-3345-ADA133AA3CFC}"/>
              </a:ext>
            </a:extLst>
          </p:cNvPr>
          <p:cNvSpPr/>
          <p:nvPr/>
        </p:nvSpPr>
        <p:spPr>
          <a:xfrm>
            <a:off x="813963" y="3298985"/>
            <a:ext cx="3549071" cy="1597978"/>
          </a:xfrm>
          <a:prstGeom prst="roundRect">
            <a:avLst>
              <a:gd name="adj" fmla="val 4466"/>
            </a:avLst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検索画面への反映には</a:t>
            </a:r>
            <a:endParaRPr kumimoji="1" lang="en-US" altLang="ja-JP" sz="2400" dirty="0">
              <a:latin typeface="J-イワタ新ゴシック体ProN E" panose="020B0900000000000000" pitchFamily="34" charset="-128"/>
              <a:ea typeface="J-イワタ新ゴシック体ProN E" panose="020B0900000000000000" pitchFamily="34" charset="-128"/>
            </a:endParaRPr>
          </a:p>
          <a:p>
            <a:pPr algn="ctr"/>
            <a:r>
              <a:rPr kumimoji="1" lang="ja-JP" altLang="en-US" sz="24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５分程度かかる</a:t>
            </a:r>
            <a:endParaRPr kumimoji="1" lang="en-US" altLang="ja-JP" sz="2400" dirty="0">
              <a:latin typeface="J-イワタ新ゴシック体ProN E" panose="020B0900000000000000" pitchFamily="34" charset="-128"/>
              <a:ea typeface="J-イワタ新ゴシック体ProN E" panose="020B0900000000000000" pitchFamily="34" charset="-128"/>
            </a:endParaRPr>
          </a:p>
          <a:p>
            <a:pPr algn="ctr"/>
            <a:r>
              <a:rPr kumimoji="1" lang="ja-JP" altLang="en-US" sz="2400" dirty="0">
                <a:latin typeface="J-イワタ新ゴシック体ProN E" panose="020B0900000000000000" pitchFamily="34" charset="-128"/>
                <a:ea typeface="J-イワタ新ゴシック体ProN E" panose="020B0900000000000000" pitchFamily="34" charset="-128"/>
              </a:rPr>
              <a:t>ことがあります。</a:t>
            </a:r>
          </a:p>
        </p:txBody>
      </p:sp>
    </p:spTree>
    <p:extLst>
      <p:ext uri="{BB962C8B-B14F-4D97-AF65-F5344CB8AC3E}">
        <p14:creationId xmlns:p14="http://schemas.microsoft.com/office/powerpoint/2010/main" val="27199097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2000">
        <p159:morph option="byObject"/>
      </p:transition>
    </mc:Choice>
    <mc:Fallback xmlns="">
      <p:transition spd="slow" advTm="2000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1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839F70-88FA-D051-22A8-BD65E509D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7B1FF7A1-999B-A852-62A0-7EF973E467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3124359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19D644A-D177-E1C2-5107-EECACD52BC2B}"/>
              </a:ext>
            </a:extLst>
          </p:cNvPr>
          <p:cNvSpPr/>
          <p:nvPr/>
        </p:nvSpPr>
        <p:spPr>
          <a:xfrm>
            <a:off x="0" y="166212"/>
            <a:ext cx="12192000" cy="3765550"/>
          </a:xfrm>
          <a:prstGeom prst="rect">
            <a:avLst/>
          </a:prstGeom>
          <a:gradFill>
            <a:gsLst>
              <a:gs pos="18000">
                <a:srgbClr val="EDF1F9"/>
              </a:gs>
              <a:gs pos="55000">
                <a:srgbClr val="EDF1F9">
                  <a:alpha val="55000"/>
                </a:srgbClr>
              </a:gs>
              <a:gs pos="100000">
                <a:srgbClr val="EDF1F9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游ゴシック" panose="020B0400000000000000" pitchFamily="50" charset="-128"/>
              <a:cs typeface="+mn-cs"/>
            </a:endParaRPr>
          </a:p>
        </p:txBody>
      </p:sp>
      <p:pic>
        <p:nvPicPr>
          <p:cNvPr id="2052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00423FFE-05B8-185F-4AA7-6F64372A34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9631" y="3731923"/>
            <a:ext cx="1652737" cy="1652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データベースサーバーのアイコン | フリーのアイコンイラスト ...">
            <a:extLst>
              <a:ext uri="{FF2B5EF4-FFF2-40B4-BE49-F238E27FC236}">
                <a16:creationId xmlns:a16="http://schemas.microsoft.com/office/drawing/2014/main" id="{0D2D2ADA-42CE-B123-C213-9F6199335D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7383" y="166212"/>
            <a:ext cx="822213" cy="822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D9C355F1-6001-9729-053D-F23A5446A7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63035" y="485766"/>
            <a:ext cx="3465925" cy="1924396"/>
          </a:xfrm>
          <a:prstGeom prst="rect">
            <a:avLst/>
          </a:prstGeom>
        </p:spPr>
      </p:pic>
      <p:pic>
        <p:nvPicPr>
          <p:cNvPr id="8" name="Picture 4" descr="本・雑誌のアイコン06 | フリーのアイコンイラスト素材 icon-pit">
            <a:extLst>
              <a:ext uri="{FF2B5EF4-FFF2-40B4-BE49-F238E27FC236}">
                <a16:creationId xmlns:a16="http://schemas.microsoft.com/office/drawing/2014/main" id="{0F0834BD-F4A9-530D-E588-9A20539B26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5925" y="903370"/>
            <a:ext cx="1200150" cy="1200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4F0FF954-4425-2AEC-274A-7BEDB68FDB3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9861" l="547" r="98750">
                        <a14:foregroundMark x1="15937" y1="94583" x2="51406" y2="88750"/>
                        <a14:foregroundMark x1="6406" y1="86111" x2="32344" y2="88333"/>
                        <a14:foregroundMark x1="5000" y1="85417" x2="41250" y2="93750"/>
                        <a14:foregroundMark x1="41250" y1="93750" x2="91016" y2="88056"/>
                        <a14:foregroundMark x1="91016" y1="88056" x2="93828" y2="84028"/>
                        <a14:foregroundMark x1="68125" y1="97222" x2="98203" y2="81944"/>
                        <a14:foregroundMark x1="98203" y1="81944" x2="98203" y2="81944"/>
                        <a14:foregroundMark x1="98438" y1="70694" x2="96953" y2="88333"/>
                        <a14:foregroundMark x1="10391" y1="93472" x2="547" y2="89028"/>
                        <a14:foregroundMark x1="1797" y1="82778" x2="9297" y2="82639"/>
                        <a14:foregroundMark x1="1250" y1="81944" x2="10313" y2="82222"/>
                        <a14:foregroundMark x1="10313" y1="82222" x2="83359" y2="80139"/>
                        <a14:foregroundMark x1="83359" y1="80139" x2="88750" y2="80139"/>
                        <a14:foregroundMark x1="86953" y1="79444" x2="88906" y2="68333"/>
                        <a14:foregroundMark x1="88906" y1="68333" x2="98750" y2="64306"/>
                        <a14:foregroundMark x1="97031" y1="88750" x2="89375" y2="99861"/>
                        <a14:foregroundMark x1="79375" y1="97639" x2="88828" y2="93611"/>
                        <a14:backgroundMark x1="87813" y1="63056" x2="85703" y2="64583"/>
                        <a14:backgroundMark x1="88906" y1="63056" x2="89688" y2="62778"/>
                      </a14:backgroundRemoval>
                    </a14:imgEffect>
                  </a14:imgLayer>
                </a14:imgProps>
              </a:ext>
            </a:extLst>
          </a:blip>
          <a:srcRect t="60556"/>
          <a:stretch>
            <a:fillRect/>
          </a:stretch>
        </p:blipFill>
        <p:spPr>
          <a:xfrm>
            <a:off x="0" y="4219575"/>
            <a:ext cx="12192000" cy="2705100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E91985D7-E9F7-5E6C-CCCA-6D7B5324FC00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rgbClr val="4472C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2410" b="97590" l="3710" r="95645">
                        <a14:foregroundMark x1="36129" y1="33936" x2="36129" y2="33936"/>
                        <a14:foregroundMark x1="50645" y1="29920" x2="51290" y2="34538"/>
                        <a14:foregroundMark x1="50161" y1="6627" x2="49355" y2="6024"/>
                        <a14:foregroundMark x1="50161" y1="2410" x2="50161" y2="2410"/>
                        <a14:foregroundMark x1="3710" y1="96787" x2="3710" y2="96787"/>
                        <a14:foregroundMark x1="51935" y1="96988" x2="51935" y2="96988"/>
                        <a14:foregroundMark x1="72903" y1="97791" x2="72903" y2="97791"/>
                        <a14:foregroundMark x1="95645" y1="96988" x2="95645" y2="95984"/>
                      </a14:backgroundRemoval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0396" y="5198060"/>
            <a:ext cx="1500610" cy="1205329"/>
          </a:xfrm>
          <a:prstGeom prst="rect">
            <a:avLst/>
          </a:prstGeom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5346A96C-4016-3A23-6FB9-24BB0C36D45F}"/>
              </a:ext>
            </a:extLst>
          </p:cNvPr>
          <p:cNvSpPr txBox="1"/>
          <p:nvPr/>
        </p:nvSpPr>
        <p:spPr>
          <a:xfrm>
            <a:off x="485774" y="5800725"/>
            <a:ext cx="89439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chemeClr val="bg1"/>
                </a:solidFill>
              </a:rPr>
              <a:t>このアプリケーションはプライバシーを重視しています。</a:t>
            </a:r>
            <a:br>
              <a:rPr kumimoji="1" lang="en-US" altLang="ja-JP" sz="2000" dirty="0">
                <a:solidFill>
                  <a:schemeClr val="bg1"/>
                </a:solidFill>
              </a:rPr>
            </a:br>
            <a:r>
              <a:rPr kumimoji="1" lang="en-US" altLang="ja-JP" sz="2000" dirty="0">
                <a:solidFill>
                  <a:schemeClr val="bg1"/>
                </a:solidFill>
              </a:rPr>
              <a:t>Your personal information is protected.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  <p:sp>
        <p:nvSpPr>
          <p:cNvPr id="7" name="矢印: 右 6">
            <a:extLst>
              <a:ext uri="{FF2B5EF4-FFF2-40B4-BE49-F238E27FC236}">
                <a16:creationId xmlns:a16="http://schemas.microsoft.com/office/drawing/2014/main" id="{06E4F340-09F3-E5F7-15B8-37F34D60C65E}"/>
              </a:ext>
            </a:extLst>
          </p:cNvPr>
          <p:cNvSpPr/>
          <p:nvPr/>
        </p:nvSpPr>
        <p:spPr>
          <a:xfrm rot="5400000" flipH="1">
            <a:off x="5332793" y="2645028"/>
            <a:ext cx="1526408" cy="609600"/>
          </a:xfrm>
          <a:prstGeom prst="rightArrow">
            <a:avLst>
              <a:gd name="adj1" fmla="val 36767"/>
              <a:gd name="adj2" fmla="val 74233"/>
            </a:avLst>
          </a:prstGeom>
          <a:solidFill>
            <a:schemeClr val="accent1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游ゴシック" panose="020B0400000000000000" pitchFamily="50" charset="-128"/>
              <a:cs typeface="+mn-cs"/>
            </a:endParaRP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EE063E6C-1DF9-1473-9A81-FA431CC3BDC3}"/>
              </a:ext>
            </a:extLst>
          </p:cNvPr>
          <p:cNvGrpSpPr/>
          <p:nvPr/>
        </p:nvGrpSpPr>
        <p:grpSpPr>
          <a:xfrm>
            <a:off x="517891" y="376836"/>
            <a:ext cx="11156219" cy="4680939"/>
            <a:chOff x="517891" y="376836"/>
            <a:chExt cx="11156219" cy="6104328"/>
          </a:xfrm>
        </p:grpSpPr>
        <p:sp>
          <p:nvSpPr>
            <p:cNvPr id="10" name="四角形: 角を丸くする 9">
              <a:extLst>
                <a:ext uri="{FF2B5EF4-FFF2-40B4-BE49-F238E27FC236}">
                  <a16:creationId xmlns:a16="http://schemas.microsoft.com/office/drawing/2014/main" id="{833A08EB-139A-BB8D-0989-4FCBD44EA379}"/>
                </a:ext>
              </a:extLst>
            </p:cNvPr>
            <p:cNvSpPr/>
            <p:nvPr/>
          </p:nvSpPr>
          <p:spPr>
            <a:xfrm>
              <a:off x="517891" y="376836"/>
              <a:ext cx="11156219" cy="6104328"/>
            </a:xfrm>
            <a:prstGeom prst="roundRect">
              <a:avLst>
                <a:gd name="adj" fmla="val 7124"/>
              </a:avLst>
            </a:prstGeom>
            <a:solidFill>
              <a:srgbClr val="4A66AC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4A66AC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11" name="四角形: 角を丸くする 10">
              <a:extLst>
                <a:ext uri="{FF2B5EF4-FFF2-40B4-BE49-F238E27FC236}">
                  <a16:creationId xmlns:a16="http://schemas.microsoft.com/office/drawing/2014/main" id="{263D8B45-6C00-CA80-A5A0-0A9567349514}"/>
                </a:ext>
              </a:extLst>
            </p:cNvPr>
            <p:cNvSpPr/>
            <p:nvPr/>
          </p:nvSpPr>
          <p:spPr>
            <a:xfrm>
              <a:off x="952497" y="900662"/>
              <a:ext cx="10286999" cy="5006258"/>
            </a:xfrm>
            <a:prstGeom prst="roundRect">
              <a:avLst>
                <a:gd name="adj" fmla="val 7124"/>
              </a:avLst>
            </a:prstGeom>
            <a:solidFill>
              <a:srgbClr val="4A66AC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>
              <a:outerShdw blurRad="101600" dist="38100" dir="4800000" sx="102000" sy="102000" algn="tl" rotWithShape="0">
                <a:prstClr val="black">
                  <a:alpha val="2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4A66AC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49A94ACA-3BB5-9788-7F12-46250A02DD6B}"/>
                </a:ext>
              </a:extLst>
            </p:cNvPr>
            <p:cNvSpPr txBox="1"/>
            <p:nvPr/>
          </p:nvSpPr>
          <p:spPr>
            <a:xfrm>
              <a:off x="2689413" y="1442244"/>
              <a:ext cx="8027895" cy="5217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defTabSz="914400">
                <a:defRPr/>
              </a:pPr>
              <a:r>
                <a:rPr kumimoji="1" lang="ja-JP" altLang="en-US" sz="2000" b="1" i="0" u="none" strike="noStrike" kern="0" cap="none" spc="0" normalizeH="0" baseline="0" noProof="0" dirty="0">
                  <a:ln>
                    <a:noFill/>
                  </a:ln>
                  <a:solidFill>
                    <a:srgbClr val="4A66AC">
                      <a:lumMod val="75000"/>
                    </a:srgbClr>
                  </a:solidFill>
                  <a:effectLst/>
                  <a:uLnTx/>
                  <a:uFillTx/>
                  <a:latin typeface="Calibri" panose="020F0502020204030204"/>
                  <a:ea typeface="游ゴシック" panose="020B0400000000000000" pitchFamily="50" charset="-128"/>
                </a:rPr>
                <a:t>ファイル名やファイルに含まれる情報はアップロードされません。</a:t>
              </a:r>
            </a:p>
          </p:txBody>
        </p:sp>
        <p:sp>
          <p:nvSpPr>
            <p:cNvPr id="15" name="フローチャート: 代替処理 14">
              <a:extLst>
                <a:ext uri="{FF2B5EF4-FFF2-40B4-BE49-F238E27FC236}">
                  <a16:creationId xmlns:a16="http://schemas.microsoft.com/office/drawing/2014/main" id="{11ACBA5A-9633-50FA-2A17-07AD6B3E1219}"/>
                </a:ext>
              </a:extLst>
            </p:cNvPr>
            <p:cNvSpPr/>
            <p:nvPr/>
          </p:nvSpPr>
          <p:spPr>
            <a:xfrm>
              <a:off x="1892792" y="1455752"/>
              <a:ext cx="386602" cy="386602"/>
            </a:xfrm>
            <a:prstGeom prst="flowChartAlternateProcess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16" name="フローチャート: 代替処理 15">
              <a:extLst>
                <a:ext uri="{FF2B5EF4-FFF2-40B4-BE49-F238E27FC236}">
                  <a16:creationId xmlns:a16="http://schemas.microsoft.com/office/drawing/2014/main" id="{67F46186-0F0B-5498-B483-6277874A3836}"/>
                </a:ext>
              </a:extLst>
            </p:cNvPr>
            <p:cNvSpPr/>
            <p:nvPr/>
          </p:nvSpPr>
          <p:spPr>
            <a:xfrm>
              <a:off x="1899516" y="2632504"/>
              <a:ext cx="386602" cy="386602"/>
            </a:xfrm>
            <a:prstGeom prst="flowChartAlternateProcess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17" name="フローチャート: 代替処理 16">
              <a:extLst>
                <a:ext uri="{FF2B5EF4-FFF2-40B4-BE49-F238E27FC236}">
                  <a16:creationId xmlns:a16="http://schemas.microsoft.com/office/drawing/2014/main" id="{8276EB60-DB22-3B5B-7DA0-B60D0159F29C}"/>
                </a:ext>
              </a:extLst>
            </p:cNvPr>
            <p:cNvSpPr/>
            <p:nvPr/>
          </p:nvSpPr>
          <p:spPr>
            <a:xfrm>
              <a:off x="1906240" y="3809256"/>
              <a:ext cx="386602" cy="386602"/>
            </a:xfrm>
            <a:prstGeom prst="flowChartAlternateProcess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18" name="フローチャート: 代替処理 17">
              <a:extLst>
                <a:ext uri="{FF2B5EF4-FFF2-40B4-BE49-F238E27FC236}">
                  <a16:creationId xmlns:a16="http://schemas.microsoft.com/office/drawing/2014/main" id="{9F036F70-51F8-D931-A5AF-399C16E6A435}"/>
                </a:ext>
              </a:extLst>
            </p:cNvPr>
            <p:cNvSpPr/>
            <p:nvPr/>
          </p:nvSpPr>
          <p:spPr>
            <a:xfrm>
              <a:off x="1912964" y="4986008"/>
              <a:ext cx="386602" cy="386602"/>
            </a:xfrm>
            <a:prstGeom prst="flowChartAlternateProcess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50" charset="-128"/>
                <a:cs typeface="+mn-cs"/>
              </a:endParaRPr>
            </a:p>
          </p:txBody>
        </p: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14F4F05C-1B17-DCCE-4A2C-E60FF2DCBAB9}"/>
                </a:ext>
              </a:extLst>
            </p:cNvPr>
            <p:cNvSpPr txBox="1"/>
            <p:nvPr/>
          </p:nvSpPr>
          <p:spPr>
            <a:xfrm>
              <a:off x="2689413" y="2572601"/>
              <a:ext cx="8237667" cy="5217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2000" b="1" i="0" u="none" strike="noStrike" kern="0" cap="none" spc="0" normalizeH="0" baseline="0" noProof="0" dirty="0">
                  <a:ln>
                    <a:noFill/>
                  </a:ln>
                  <a:solidFill>
                    <a:srgbClr val="4A66AC">
                      <a:lumMod val="75000"/>
                    </a:srgbClr>
                  </a:solidFill>
                  <a:effectLst/>
                  <a:uLnTx/>
                  <a:uFillTx/>
                  <a:latin typeface="Calibri" panose="020F0502020204030204"/>
                  <a:ea typeface="游ゴシック" panose="020B0400000000000000" pitchFamily="50" charset="-128"/>
                  <a:cs typeface="+mn-cs"/>
                </a:rPr>
                <a:t>アカウントの連携などはありません。</a:t>
              </a: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2A96C5ED-3147-A9D8-2B12-AC515E4E869D}"/>
                </a:ext>
              </a:extLst>
            </p:cNvPr>
            <p:cNvSpPr txBox="1"/>
            <p:nvPr/>
          </p:nvSpPr>
          <p:spPr>
            <a:xfrm>
              <a:off x="2689412" y="3775726"/>
              <a:ext cx="8027895" cy="5217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400">
                <a:defRPr/>
              </a:pPr>
              <a:r>
                <a:rPr kumimoji="1" lang="ja-JP" altLang="en-US" sz="2000" b="1" kern="0" dirty="0">
                  <a:solidFill>
                    <a:srgbClr val="4A66AC">
                      <a:lumMod val="75000"/>
                    </a:srgbClr>
                  </a:solidFill>
                </a:rPr>
                <a:t>通信内容を保持していません。</a:t>
              </a: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F04711B1-E1A1-409B-9A0B-13AA0DDC4D80}"/>
                </a:ext>
              </a:extLst>
            </p:cNvPr>
            <p:cNvSpPr txBox="1"/>
            <p:nvPr/>
          </p:nvSpPr>
          <p:spPr>
            <a:xfrm>
              <a:off x="2689411" y="4972500"/>
              <a:ext cx="8027895" cy="5217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defTabSz="914400">
                <a:defRPr/>
              </a:pPr>
              <a:r>
                <a:rPr kumimoji="1" lang="ja-JP" altLang="en-US" sz="2000" b="1" kern="0" dirty="0">
                  <a:solidFill>
                    <a:srgbClr val="4A66AC">
                      <a:lumMod val="75000"/>
                    </a:srgbClr>
                  </a:solidFill>
                </a:rPr>
                <a:t>プログラムはオープンソースとして公開されています。</a:t>
              </a:r>
            </a:p>
          </p:txBody>
        </p:sp>
      </p:grp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1F489C94-1C2F-EFFE-13FD-DB2240343E85}"/>
              </a:ext>
            </a:extLst>
          </p:cNvPr>
          <p:cNvGrpSpPr/>
          <p:nvPr/>
        </p:nvGrpSpPr>
        <p:grpSpPr>
          <a:xfrm>
            <a:off x="1754637" y="1096638"/>
            <a:ext cx="736490" cy="3093452"/>
            <a:chOff x="1668381" y="1347801"/>
            <a:chExt cx="892754" cy="3857952"/>
          </a:xfrm>
        </p:grpSpPr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E19911EC-5D28-A06D-6D54-447FCAC9A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1347801"/>
              <a:ext cx="873055" cy="480839"/>
            </a:xfrm>
            <a:prstGeom prst="rect">
              <a:avLst/>
            </a:prstGeom>
          </p:spPr>
        </p:pic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EBAD8BF7-AB0F-3159-2876-2474FA1263D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8381" y="2485283"/>
              <a:ext cx="873055" cy="480839"/>
            </a:xfrm>
            <a:prstGeom prst="rect">
              <a:avLst/>
            </a:prstGeom>
          </p:spPr>
        </p:pic>
        <p:pic>
          <p:nvPicPr>
            <p:cNvPr id="25" name="図 24">
              <a:extLst>
                <a:ext uri="{FF2B5EF4-FFF2-40B4-BE49-F238E27FC236}">
                  <a16:creationId xmlns:a16="http://schemas.microsoft.com/office/drawing/2014/main" id="{DC78F169-8F01-46A4-3F40-CD45C4CFC1A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88080" y="3622764"/>
              <a:ext cx="873055" cy="480839"/>
            </a:xfrm>
            <a:prstGeom prst="rect">
              <a:avLst/>
            </a:prstGeom>
          </p:spPr>
        </p:pic>
        <p:pic>
          <p:nvPicPr>
            <p:cNvPr id="26" name="図 25">
              <a:extLst>
                <a:ext uri="{FF2B5EF4-FFF2-40B4-BE49-F238E27FC236}">
                  <a16:creationId xmlns:a16="http://schemas.microsoft.com/office/drawing/2014/main" id="{FBE763E0-1361-32E5-925F-04B554C2293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88080" y="4724914"/>
              <a:ext cx="873055" cy="48083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292087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7000">
        <p159:morph option="byObject"/>
      </p:transition>
    </mc:Choice>
    <mc:Fallback xmlns="">
      <p:transition spd="slow" advTm="7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250"/>
                            </p:stCondLst>
                            <p:childTnLst>
                              <p:par>
                                <p:cTn id="10" presetID="22" presetClass="entr" presetSubtype="8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CC5139-B823-CB4A-CA7C-A37BB8907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FB74DC6-45EB-BDE9-2782-844278301F46}"/>
              </a:ext>
            </a:extLst>
          </p:cNvPr>
          <p:cNvSpPr txBox="1"/>
          <p:nvPr/>
        </p:nvSpPr>
        <p:spPr>
          <a:xfrm>
            <a:off x="4819650" y="4491292"/>
            <a:ext cx="717665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5"/>
            <a:r>
              <a:rPr lang="ja-JP" altLang="en-US" sz="2400" b="1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      　</a:t>
            </a:r>
            <a:r>
              <a:rPr lang="en-US" altLang="ja-JP" sz="2800" b="1" i="0" dirty="0">
                <a:solidFill>
                  <a:schemeClr val="bg1">
                    <a:lumMod val="65000"/>
                  </a:schemeClr>
                </a:solidFill>
                <a:effectLst/>
                <a:latin typeface="Franklin Gothic Medium" panose="020B0603020102020204" pitchFamily="34" charset="0"/>
                <a:cs typeface="Lucida Sans Unicode" panose="020B0602030504020204" pitchFamily="34" charset="0"/>
              </a:rPr>
              <a:t>Instruction video for use   </a:t>
            </a:r>
            <a:endParaRPr lang="en-US" altLang="ja-JP" sz="2400" b="1" i="0" dirty="0">
              <a:solidFill>
                <a:schemeClr val="bg1">
                  <a:lumMod val="65000"/>
                </a:schemeClr>
              </a:solidFill>
              <a:effectLst/>
              <a:latin typeface="Franklin Gothic Medium" panose="020B0603020102020204" pitchFamily="34" charset="0"/>
              <a:cs typeface="Lucida Sans Unicode" panose="020B0602030504020204" pitchFamily="34" charset="0"/>
            </a:endParaRPr>
          </a:p>
          <a:p>
            <a:pPr lvl="5" algn="r"/>
            <a:r>
              <a:rPr lang="ja-JP" altLang="en-US" sz="2000" b="1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　</a:t>
            </a:r>
            <a:endParaRPr lang="en-US" altLang="ja-JP" sz="4400" b="1" i="0" dirty="0">
              <a:solidFill>
                <a:schemeClr val="bg1">
                  <a:lumMod val="65000"/>
                </a:schemeClr>
              </a:solidFill>
              <a:effectLst/>
              <a:latin typeface="+mn-ea"/>
              <a:cs typeface="Lucida Sans Unicode" panose="020B0602030504020204" pitchFamily="34" charset="0"/>
            </a:endParaRPr>
          </a:p>
          <a:p>
            <a:pPr lvl="5"/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                                 　　　　　　</a:t>
            </a:r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V2</a:t>
            </a:r>
            <a:endParaRPr lang="en-US" altLang="ja-JP" sz="20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  <a:p>
            <a:pPr algn="r"/>
            <a:endParaRPr lang="en-US" altLang="ja-JP" sz="20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  <a:p>
            <a:pPr algn="r"/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©</a:t>
            </a:r>
            <a:r>
              <a:rPr lang="ja-JP" altLang="en-US" sz="2000" dirty="0">
                <a:solidFill>
                  <a:schemeClr val="bg1">
                    <a:lumMod val="65000"/>
                  </a:schemeClr>
                </a:solidFill>
                <a:latin typeface="+mn-ea"/>
                <a:cs typeface="Lucida Sans Unicode" panose="020B0602030504020204" pitchFamily="34" charset="0"/>
              </a:rPr>
              <a:t> </a:t>
            </a:r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2026 - </a:t>
            </a:r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考査村</a:t>
            </a:r>
            <a:endParaRPr lang="ja-JP" altLang="en-US" sz="24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67FA7A1-96F6-A096-4414-1BC6BFCE1D37}"/>
              </a:ext>
            </a:extLst>
          </p:cNvPr>
          <p:cNvSpPr/>
          <p:nvPr/>
        </p:nvSpPr>
        <p:spPr>
          <a:xfrm>
            <a:off x="0" y="5070763"/>
            <a:ext cx="12192000" cy="75121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0"/>
                  <a:lumOff val="100000"/>
                </a:schemeClr>
              </a:gs>
              <a:gs pos="23000">
                <a:schemeClr val="accent3">
                  <a:lumMod val="0"/>
                  <a:lumOff val="100000"/>
                </a:schemeClr>
              </a:gs>
              <a:gs pos="100000">
                <a:schemeClr val="accent3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3" name="【2021年最新版】ANA 歴代安全ビデオAll Nippon Airways Safety video - 192">
            <a:hlinkClick r:id="" action="ppaction://media"/>
            <a:extLst>
              <a:ext uri="{FF2B5EF4-FFF2-40B4-BE49-F238E27FC236}">
                <a16:creationId xmlns:a16="http://schemas.microsoft.com/office/drawing/2014/main" id="{04483910-CE72-ED7C-DF5C-2E85ADE06E0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303338" y="87757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1068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 advTm="2000">
        <p15:prstTrans prst="airplane"/>
      </p:transition>
    </mc:Choice>
    <mc:Fallback xmlns="">
      <p:transition spd="slow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00"/>
                            </p:stCondLst>
                            <p:childTnLst>
                              <p:par>
                                <p:cTn id="9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numSld="999" showWhenStopped="0">
                <p:cTn id="1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</p:childTnLst>
        </p:cTn>
      </p:par>
    </p:tnLst>
    <p:bldLst>
      <p:bldP spid="12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81DD76-447F-B8D5-2A62-98E779197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BCFF3B7-F336-9E2E-9DDD-62C1EE512AB2}"/>
              </a:ext>
            </a:extLst>
          </p:cNvPr>
          <p:cNvSpPr/>
          <p:nvPr/>
        </p:nvSpPr>
        <p:spPr>
          <a:xfrm>
            <a:off x="0" y="5070763"/>
            <a:ext cx="12192000" cy="75121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0"/>
                  <a:lumOff val="100000"/>
                </a:schemeClr>
              </a:gs>
              <a:gs pos="23000">
                <a:schemeClr val="accent3">
                  <a:lumMod val="0"/>
                  <a:lumOff val="100000"/>
                </a:schemeClr>
              </a:gs>
              <a:gs pos="100000">
                <a:schemeClr val="accent3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FD97D82D-94CE-5F86-A247-0F9170FCFA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40913" y="929640"/>
            <a:ext cx="696524" cy="552797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144C45F-DC21-6C6C-6B5F-20CE0AF193B8}"/>
              </a:ext>
            </a:extLst>
          </p:cNvPr>
          <p:cNvSpPr txBox="1"/>
          <p:nvPr/>
        </p:nvSpPr>
        <p:spPr>
          <a:xfrm>
            <a:off x="1737437" y="1021372"/>
            <a:ext cx="9174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このアプリケーションはすべて個人で開発・運営しており、現在も開発中です。</a:t>
            </a: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583C777E-DC6F-EB71-78AC-86BD610318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40913" y="1693777"/>
            <a:ext cx="696524" cy="552797"/>
          </a:xfrm>
          <a:prstGeom prst="rect">
            <a:avLst/>
          </a:prstGeom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475DEF51-963B-F12C-9661-E89497ECA87A}"/>
              </a:ext>
            </a:extLst>
          </p:cNvPr>
          <p:cNvSpPr txBox="1"/>
          <p:nvPr/>
        </p:nvSpPr>
        <p:spPr>
          <a:xfrm>
            <a:off x="1737437" y="1785509"/>
            <a:ext cx="9174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chemeClr val="bg1">
                    <a:lumMod val="50000"/>
                  </a:schemeClr>
                </a:solidFill>
              </a:rPr>
              <a:t>このビデオは</a:t>
            </a:r>
            <a:r>
              <a:rPr kumimoji="1" lang="en-US" altLang="ja-JP" b="1" dirty="0">
                <a:solidFill>
                  <a:schemeClr val="bg1">
                    <a:lumMod val="50000"/>
                  </a:schemeClr>
                </a:solidFill>
              </a:rPr>
              <a:t>PowerPoint</a:t>
            </a:r>
            <a:r>
              <a:rPr kumimoji="1" lang="ja-JP" altLang="en-US" b="1" dirty="0">
                <a:solidFill>
                  <a:schemeClr val="bg1">
                    <a:lumMod val="50000"/>
                  </a:schemeClr>
                </a:solidFill>
              </a:rPr>
              <a:t>のみで作成しました。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11E2B3F-81A3-D4FA-D185-6B2C0FBA26B3}"/>
              </a:ext>
            </a:extLst>
          </p:cNvPr>
          <p:cNvSpPr txBox="1"/>
          <p:nvPr/>
        </p:nvSpPr>
        <p:spPr>
          <a:xfrm>
            <a:off x="4819650" y="4491292"/>
            <a:ext cx="717665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5"/>
            <a:r>
              <a:rPr lang="ja-JP" altLang="en-US" sz="2400" b="1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      　</a:t>
            </a:r>
            <a:r>
              <a:rPr lang="en-US" altLang="ja-JP" sz="2800" b="1" i="0" dirty="0">
                <a:solidFill>
                  <a:schemeClr val="bg1">
                    <a:lumMod val="65000"/>
                  </a:schemeClr>
                </a:solidFill>
                <a:effectLst/>
                <a:latin typeface="Franklin Gothic Medium" panose="020B0603020102020204" pitchFamily="34" charset="0"/>
                <a:cs typeface="Lucida Sans Unicode" panose="020B0602030504020204" pitchFamily="34" charset="0"/>
              </a:rPr>
              <a:t>Instruction video for use   </a:t>
            </a:r>
            <a:endParaRPr lang="en-US" altLang="ja-JP" sz="2400" b="1" i="0" dirty="0">
              <a:solidFill>
                <a:schemeClr val="bg1">
                  <a:lumMod val="65000"/>
                </a:schemeClr>
              </a:solidFill>
              <a:effectLst/>
              <a:latin typeface="Franklin Gothic Medium" panose="020B0603020102020204" pitchFamily="34" charset="0"/>
              <a:cs typeface="Lucida Sans Unicode" panose="020B0602030504020204" pitchFamily="34" charset="0"/>
            </a:endParaRPr>
          </a:p>
          <a:p>
            <a:pPr lvl="5" algn="r"/>
            <a:r>
              <a:rPr lang="ja-JP" altLang="en-US" sz="2000" b="1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　</a:t>
            </a:r>
            <a:endParaRPr lang="en-US" altLang="ja-JP" sz="4400" b="1" i="0" dirty="0">
              <a:solidFill>
                <a:schemeClr val="bg1">
                  <a:lumMod val="65000"/>
                </a:schemeClr>
              </a:solidFill>
              <a:effectLst/>
              <a:latin typeface="+mn-ea"/>
              <a:cs typeface="Lucida Sans Unicode" panose="020B0602030504020204" pitchFamily="34" charset="0"/>
            </a:endParaRPr>
          </a:p>
          <a:p>
            <a:pPr lvl="5"/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                                 　　　　　　</a:t>
            </a:r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V2</a:t>
            </a:r>
            <a:endParaRPr lang="en-US" altLang="ja-JP" sz="20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  <a:p>
            <a:pPr algn="r"/>
            <a:endParaRPr lang="en-US" altLang="ja-JP" sz="20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  <a:p>
            <a:pPr algn="r"/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©</a:t>
            </a:r>
            <a:r>
              <a:rPr lang="ja-JP" altLang="en-US" sz="2000" dirty="0">
                <a:solidFill>
                  <a:schemeClr val="bg1">
                    <a:lumMod val="65000"/>
                  </a:schemeClr>
                </a:solidFill>
                <a:latin typeface="+mn-ea"/>
                <a:cs typeface="Lucida Sans Unicode" panose="020B0602030504020204" pitchFamily="34" charset="0"/>
              </a:rPr>
              <a:t> </a:t>
            </a:r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2026 - </a:t>
            </a:r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考査村</a:t>
            </a:r>
            <a:endParaRPr lang="ja-JP" altLang="en-US" sz="24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1685379"/>
      </p:ext>
    </p:extLst>
  </p:cSld>
  <p:clrMapOvr>
    <a:masterClrMapping/>
  </p:clrMapOvr>
  <p:transition spd="slow" advTm="6000">
    <p:strips dir="rd"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462F8B-FF3F-4A13-0EC3-E6FE7BEE2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C0DA2F8-4810-7EDD-43C1-ACC755943DA9}"/>
              </a:ext>
            </a:extLst>
          </p:cNvPr>
          <p:cNvSpPr/>
          <p:nvPr/>
        </p:nvSpPr>
        <p:spPr>
          <a:xfrm>
            <a:off x="0" y="5070763"/>
            <a:ext cx="12192000" cy="75121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0"/>
                  <a:lumOff val="100000"/>
                </a:schemeClr>
              </a:gs>
              <a:gs pos="23000">
                <a:schemeClr val="accent3">
                  <a:lumMod val="0"/>
                  <a:lumOff val="100000"/>
                </a:schemeClr>
              </a:gs>
              <a:gs pos="100000">
                <a:schemeClr val="accent3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63B463E-1AE4-B97C-02B6-614F9DE7DC9C}"/>
              </a:ext>
            </a:extLst>
          </p:cNvPr>
          <p:cNvSpPr txBox="1"/>
          <p:nvPr/>
        </p:nvSpPr>
        <p:spPr>
          <a:xfrm>
            <a:off x="4819650" y="4491292"/>
            <a:ext cx="717665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5"/>
            <a:r>
              <a:rPr lang="ja-JP" altLang="en-US" sz="2400" b="1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      　</a:t>
            </a:r>
            <a:r>
              <a:rPr lang="en-US" altLang="ja-JP" sz="2800" b="1" i="0" dirty="0">
                <a:solidFill>
                  <a:schemeClr val="bg1">
                    <a:lumMod val="65000"/>
                  </a:schemeClr>
                </a:solidFill>
                <a:effectLst/>
                <a:latin typeface="Franklin Gothic Medium" panose="020B0603020102020204" pitchFamily="34" charset="0"/>
                <a:cs typeface="Lucida Sans Unicode" panose="020B0602030504020204" pitchFamily="34" charset="0"/>
              </a:rPr>
              <a:t>Instruction video for use   </a:t>
            </a:r>
            <a:endParaRPr lang="en-US" altLang="ja-JP" sz="2400" b="1" i="0" dirty="0">
              <a:solidFill>
                <a:schemeClr val="bg1">
                  <a:lumMod val="65000"/>
                </a:schemeClr>
              </a:solidFill>
              <a:effectLst/>
              <a:latin typeface="Franklin Gothic Medium" panose="020B0603020102020204" pitchFamily="34" charset="0"/>
              <a:cs typeface="Lucida Sans Unicode" panose="020B0602030504020204" pitchFamily="34" charset="0"/>
            </a:endParaRPr>
          </a:p>
          <a:p>
            <a:pPr lvl="5" algn="r"/>
            <a:r>
              <a:rPr lang="ja-JP" altLang="en-US" sz="2000" b="1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　</a:t>
            </a:r>
            <a:endParaRPr lang="en-US" altLang="ja-JP" sz="4400" b="1" i="0" dirty="0">
              <a:solidFill>
                <a:schemeClr val="bg1">
                  <a:lumMod val="65000"/>
                </a:schemeClr>
              </a:solidFill>
              <a:effectLst/>
              <a:latin typeface="+mn-ea"/>
              <a:cs typeface="Lucida Sans Unicode" panose="020B0602030504020204" pitchFamily="34" charset="0"/>
            </a:endParaRPr>
          </a:p>
          <a:p>
            <a:pPr lvl="5"/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                                 　　　　　　</a:t>
            </a:r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V2</a:t>
            </a:r>
            <a:endParaRPr lang="en-US" altLang="ja-JP" sz="20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  <a:p>
            <a:pPr algn="r"/>
            <a:endParaRPr lang="en-US" altLang="ja-JP" sz="20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  <a:p>
            <a:pPr algn="r"/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©</a:t>
            </a:r>
            <a:r>
              <a:rPr lang="ja-JP" altLang="en-US" sz="2000" dirty="0">
                <a:solidFill>
                  <a:schemeClr val="bg1">
                    <a:lumMod val="65000"/>
                  </a:schemeClr>
                </a:solidFill>
                <a:latin typeface="+mn-ea"/>
                <a:cs typeface="Lucida Sans Unicode" panose="020B0602030504020204" pitchFamily="34" charset="0"/>
              </a:rPr>
              <a:t> </a:t>
            </a:r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2026 - </a:t>
            </a:r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考査村</a:t>
            </a:r>
            <a:endParaRPr lang="ja-JP" altLang="en-US" sz="24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0307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">
        <p:fade/>
      </p:transition>
    </mc:Choice>
    <mc:Fallback xmlns="">
      <p:transition spd="med" advTm="1000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5C5C24-CCB4-6A14-5030-62FB798CA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F33A369-0FDB-EA97-6397-8F3CC178B0A1}"/>
              </a:ext>
            </a:extLst>
          </p:cNvPr>
          <p:cNvSpPr txBox="1"/>
          <p:nvPr/>
        </p:nvSpPr>
        <p:spPr>
          <a:xfrm>
            <a:off x="4819650" y="4491292"/>
            <a:ext cx="7176654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5"/>
            <a:r>
              <a:rPr lang="ja-JP" altLang="en-US" sz="2400" b="1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      　</a:t>
            </a:r>
            <a:r>
              <a:rPr lang="en-US" altLang="ja-JP" sz="2800" b="1" i="0" dirty="0">
                <a:solidFill>
                  <a:schemeClr val="bg1">
                    <a:lumMod val="65000"/>
                  </a:schemeClr>
                </a:solidFill>
                <a:effectLst/>
                <a:latin typeface="Franklin Gothic Medium" panose="020B0603020102020204" pitchFamily="34" charset="0"/>
                <a:cs typeface="Lucida Sans Unicode" panose="020B0602030504020204" pitchFamily="34" charset="0"/>
              </a:rPr>
              <a:t>Instruction video for use   </a:t>
            </a:r>
            <a:endParaRPr lang="en-US" altLang="ja-JP" sz="2400" b="1" i="0" dirty="0">
              <a:solidFill>
                <a:schemeClr val="bg1">
                  <a:lumMod val="65000"/>
                </a:schemeClr>
              </a:solidFill>
              <a:effectLst/>
              <a:latin typeface="Franklin Gothic Medium" panose="020B0603020102020204" pitchFamily="34" charset="0"/>
              <a:cs typeface="Lucida Sans Unicode" panose="020B0602030504020204" pitchFamily="34" charset="0"/>
            </a:endParaRPr>
          </a:p>
          <a:p>
            <a:pPr lvl="5" algn="r"/>
            <a:r>
              <a:rPr lang="ja-JP" altLang="en-US" sz="2000" b="1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　</a:t>
            </a:r>
            <a:endParaRPr lang="en-US" altLang="ja-JP" sz="4400" b="1" i="0" dirty="0">
              <a:solidFill>
                <a:schemeClr val="bg1">
                  <a:lumMod val="65000"/>
                </a:schemeClr>
              </a:solidFill>
              <a:effectLst/>
              <a:latin typeface="+mn-ea"/>
              <a:cs typeface="Lucida Sans Unicode" panose="020B0602030504020204" pitchFamily="34" charset="0"/>
            </a:endParaRPr>
          </a:p>
          <a:p>
            <a:pPr lvl="5"/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                                 初版 </a:t>
            </a:r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2025</a:t>
            </a:r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年</a:t>
            </a:r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7</a:t>
            </a:r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月～ </a:t>
            </a:r>
            <a:endParaRPr lang="en-US" altLang="ja-JP" sz="2000" i="0" dirty="0">
              <a:solidFill>
                <a:schemeClr val="bg1">
                  <a:lumMod val="65000"/>
                </a:schemeClr>
              </a:solidFill>
              <a:effectLst/>
              <a:latin typeface="+mn-ea"/>
              <a:cs typeface="Lucida Sans Unicode" panose="020B0602030504020204" pitchFamily="34" charset="0"/>
            </a:endParaRPr>
          </a:p>
          <a:p>
            <a:pPr algn="r"/>
            <a:endParaRPr lang="en-US" altLang="ja-JP" sz="20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  <a:p>
            <a:pPr algn="r"/>
            <a:endParaRPr lang="en-US" altLang="ja-JP" sz="20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  <a:p>
            <a:pPr algn="r"/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©</a:t>
            </a:r>
            <a:r>
              <a:rPr lang="ja-JP" altLang="en-US" sz="2000" dirty="0">
                <a:solidFill>
                  <a:schemeClr val="bg1">
                    <a:lumMod val="65000"/>
                  </a:schemeClr>
                </a:solidFill>
                <a:latin typeface="+mn-ea"/>
                <a:cs typeface="Lucida Sans Unicode" panose="020B0602030504020204" pitchFamily="34" charset="0"/>
              </a:rPr>
              <a:t> </a:t>
            </a:r>
            <a:r>
              <a:rPr lang="en-US" altLang="ja-JP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2024 - </a:t>
            </a:r>
            <a:r>
              <a:rPr lang="ja-JP" altLang="en-US" sz="2000" i="0" dirty="0">
                <a:solidFill>
                  <a:schemeClr val="bg1">
                    <a:lumMod val="65000"/>
                  </a:schemeClr>
                </a:solidFill>
                <a:effectLst/>
                <a:latin typeface="+mn-ea"/>
                <a:cs typeface="Lucida Sans Unicode" panose="020B0602030504020204" pitchFamily="34" charset="0"/>
              </a:rPr>
              <a:t>考査村</a:t>
            </a:r>
            <a:endParaRPr lang="ja-JP" altLang="en-US" sz="2400" dirty="0">
              <a:solidFill>
                <a:schemeClr val="bg1">
                  <a:lumMod val="65000"/>
                </a:schemeClr>
              </a:solidFill>
              <a:latin typeface="+mn-ea"/>
              <a:cs typeface="Lucida Sans Unicode" panose="020B0602030504020204" pitchFamily="34" charset="0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49362095-1E18-A71E-3F99-6C3C27578383}"/>
              </a:ext>
            </a:extLst>
          </p:cNvPr>
          <p:cNvSpPr/>
          <p:nvPr/>
        </p:nvSpPr>
        <p:spPr>
          <a:xfrm>
            <a:off x="0" y="5070763"/>
            <a:ext cx="12192000" cy="75121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0"/>
                  <a:lumOff val="100000"/>
                </a:schemeClr>
              </a:gs>
              <a:gs pos="23000">
                <a:schemeClr val="accent3">
                  <a:lumMod val="0"/>
                  <a:lumOff val="100000"/>
                </a:schemeClr>
              </a:gs>
              <a:gs pos="100000">
                <a:schemeClr val="accent3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A80A262-BBD6-ADE5-AB69-642DF06B6415}"/>
              </a:ext>
            </a:extLst>
          </p:cNvPr>
          <p:cNvSpPr/>
          <p:nvPr/>
        </p:nvSpPr>
        <p:spPr>
          <a:xfrm>
            <a:off x="-655320" y="0"/>
            <a:ext cx="13129260" cy="700278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solidFill>
              <a:schemeClr val="bg1">
                <a:lumMod val="85000"/>
                <a:lumOff val="1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2449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 advTm="1500">
        <p:fade/>
      </p:transition>
    </mc:Choice>
    <mc:Fallback xmlns="">
      <p:transition spd="slow" advTm="15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theme/theme1.xml><?xml version="1.0" encoding="utf-8"?>
<a:theme xmlns:a="http://schemas.openxmlformats.org/drawingml/2006/main" name="Office テーマ">
  <a:themeElements>
    <a:clrScheme name="暖かみのある青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乳白ガラス">
      <a:fillStyleLst>
        <a:solidFill>
          <a:schemeClr val="phClr"/>
        </a:solidFill>
        <a:gradFill rotWithShape="1">
          <a:gsLst>
            <a:gs pos="0">
              <a:schemeClr val="phClr">
                <a:tint val="15000"/>
                <a:satMod val="250000"/>
              </a:schemeClr>
            </a:gs>
            <a:gs pos="49000">
              <a:schemeClr val="phClr">
                <a:tint val="50000"/>
                <a:satMod val="200000"/>
              </a:schemeClr>
            </a:gs>
            <a:gs pos="49100">
              <a:schemeClr val="phClr">
                <a:tint val="64000"/>
                <a:satMod val="160000"/>
              </a:schemeClr>
            </a:gs>
            <a:gs pos="92000">
              <a:schemeClr val="phClr">
                <a:tint val="50000"/>
                <a:satMod val="200000"/>
              </a:schemeClr>
            </a:gs>
            <a:gs pos="100000">
              <a:schemeClr val="phClr">
                <a:tint val="43000"/>
                <a:satMod val="19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4000"/>
              </a:schemeClr>
            </a:gs>
            <a:gs pos="49000">
              <a:schemeClr val="phClr">
                <a:tint val="96000"/>
                <a:shade val="84000"/>
                <a:satMod val="110000"/>
              </a:schemeClr>
            </a:gs>
            <a:gs pos="49100">
              <a:schemeClr val="phClr">
                <a:shade val="55000"/>
                <a:satMod val="150000"/>
              </a:schemeClr>
            </a:gs>
            <a:gs pos="92000">
              <a:schemeClr val="phClr">
                <a:tint val="98000"/>
                <a:shade val="90000"/>
                <a:satMod val="128000"/>
              </a:schemeClr>
            </a:gs>
            <a:gs pos="100000">
              <a:schemeClr val="phClr">
                <a:tint val="90000"/>
                <a:shade val="97000"/>
                <a:satMod val="128000"/>
              </a:schemeClr>
            </a:gs>
          </a:gsLst>
          <a:lin ang="5400000" scaled="1"/>
        </a:gradFill>
      </a:fillStyleLst>
      <a:lnStyleLst>
        <a:ln w="11430" cap="flat" cmpd="sng" algn="ctr">
          <a:solidFill>
            <a:schemeClr val="phClr"/>
          </a:solidFill>
          <a:prstDash val="solid"/>
        </a:ln>
        <a:ln w="40000" cap="flat" cmpd="sng" algn="ctr">
          <a:solidFill>
            <a:schemeClr val="phClr"/>
          </a:solidFill>
          <a:prstDash val="solid"/>
        </a:ln>
        <a:ln w="31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000" dir="5400000" rotWithShape="0">
              <a:schemeClr val="phClr">
                <a:shade val="30000"/>
                <a:satMod val="150000"/>
                <a:alpha val="38000"/>
              </a:schemeClr>
            </a:outerShdw>
          </a:effectLst>
        </a:effectStyle>
        <a:effectStyle>
          <a:effectLst>
            <a:outerShdw blurRad="39000" dist="25400" dir="5400000" rotWithShape="0">
              <a:schemeClr val="phClr">
                <a:shade val="33000"/>
                <a:alpha val="83000"/>
              </a:schemeClr>
            </a:outerShdw>
          </a:effectLst>
        </a:effectStyle>
        <a:effectStyle>
          <a:effectLst>
            <a:outerShdw blurRad="39000" dist="25400" dir="5400000" rotWithShape="0">
              <a:schemeClr val="phClr">
                <a:shade val="33000"/>
                <a:alpha val="83000"/>
              </a:scheme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500000"/>
            </a:lightRig>
          </a:scene3d>
          <a:sp3d extrusionH="127000" prstMaterial="powder">
            <a:bevelT w="50800" h="635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スライス">
  <a:themeElements>
    <a:clrScheme name="スライス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スライス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スライス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3.xml><?xml version="1.0" encoding="utf-8"?>
<a:theme xmlns:a="http://schemas.openxmlformats.org/drawingml/2006/main" name="1_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F46216B-77A9-411A-B9D3-5023FCB70208}"/>
    </a:ext>
  </a:extLst>
</a:theme>
</file>

<file path=ppt/theme/theme4.xml><?xml version="1.0" encoding="utf-8"?>
<a:theme xmlns:a="http://schemas.openxmlformats.org/drawingml/2006/main" name="Office Theme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乳白ガラス">
      <a:fillStyleLst>
        <a:solidFill>
          <a:schemeClr val="phClr"/>
        </a:solidFill>
        <a:gradFill rotWithShape="1">
          <a:gsLst>
            <a:gs pos="0">
              <a:schemeClr val="phClr">
                <a:tint val="15000"/>
                <a:satMod val="250000"/>
              </a:schemeClr>
            </a:gs>
            <a:gs pos="49000">
              <a:schemeClr val="phClr">
                <a:tint val="50000"/>
                <a:satMod val="200000"/>
              </a:schemeClr>
            </a:gs>
            <a:gs pos="49100">
              <a:schemeClr val="phClr">
                <a:tint val="64000"/>
                <a:satMod val="160000"/>
              </a:schemeClr>
            </a:gs>
            <a:gs pos="92000">
              <a:schemeClr val="phClr">
                <a:tint val="50000"/>
                <a:satMod val="200000"/>
              </a:schemeClr>
            </a:gs>
            <a:gs pos="100000">
              <a:schemeClr val="phClr">
                <a:tint val="43000"/>
                <a:satMod val="19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4000"/>
              </a:schemeClr>
            </a:gs>
            <a:gs pos="49000">
              <a:schemeClr val="phClr">
                <a:tint val="96000"/>
                <a:shade val="84000"/>
                <a:satMod val="110000"/>
              </a:schemeClr>
            </a:gs>
            <a:gs pos="49100">
              <a:schemeClr val="phClr">
                <a:shade val="55000"/>
                <a:satMod val="150000"/>
              </a:schemeClr>
            </a:gs>
            <a:gs pos="92000">
              <a:schemeClr val="phClr">
                <a:tint val="98000"/>
                <a:shade val="90000"/>
                <a:satMod val="128000"/>
              </a:schemeClr>
            </a:gs>
            <a:gs pos="100000">
              <a:schemeClr val="phClr">
                <a:tint val="90000"/>
                <a:shade val="97000"/>
                <a:satMod val="128000"/>
              </a:schemeClr>
            </a:gs>
          </a:gsLst>
          <a:lin ang="5400000" scaled="1"/>
        </a:gradFill>
      </a:fillStyleLst>
      <a:lnStyleLst>
        <a:ln w="11430" cap="flat" cmpd="sng" algn="ctr">
          <a:solidFill>
            <a:schemeClr val="phClr"/>
          </a:solidFill>
          <a:prstDash val="solid"/>
        </a:ln>
        <a:ln w="40000" cap="flat" cmpd="sng" algn="ctr">
          <a:solidFill>
            <a:schemeClr val="phClr"/>
          </a:solidFill>
          <a:prstDash val="solid"/>
        </a:ln>
        <a:ln w="31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000" dir="5400000" rotWithShape="0">
              <a:schemeClr val="phClr">
                <a:shade val="30000"/>
                <a:satMod val="150000"/>
                <a:alpha val="38000"/>
              </a:schemeClr>
            </a:outerShdw>
          </a:effectLst>
        </a:effectStyle>
        <a:effectStyle>
          <a:effectLst>
            <a:outerShdw blurRad="39000" dist="25400" dir="5400000" rotWithShape="0">
              <a:schemeClr val="phClr">
                <a:shade val="33000"/>
                <a:alpha val="83000"/>
              </a:schemeClr>
            </a:outerShdw>
          </a:effectLst>
        </a:effectStyle>
        <a:effectStyle>
          <a:effectLst>
            <a:outerShdw blurRad="39000" dist="25400" dir="5400000" rotWithShape="0">
              <a:schemeClr val="phClr">
                <a:shade val="33000"/>
                <a:alpha val="83000"/>
              </a:scheme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500000"/>
            </a:lightRig>
          </a:scene3d>
          <a:sp3d extrusionH="127000" prstMaterial="powder">
            <a:bevelT w="50800" h="635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5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青緑">
    <a:dk1>
      <a:sysClr val="windowText" lastClr="000000"/>
    </a:dk1>
    <a:lt1>
      <a:sysClr val="window" lastClr="FFFFFF"/>
    </a:lt1>
    <a:dk2>
      <a:srgbClr val="373545"/>
    </a:dk2>
    <a:lt2>
      <a:srgbClr val="CEDBE6"/>
    </a:lt2>
    <a:accent1>
      <a:srgbClr val="3494BA"/>
    </a:accent1>
    <a:accent2>
      <a:srgbClr val="58B6C0"/>
    </a:accent2>
    <a:accent3>
      <a:srgbClr val="75BDA7"/>
    </a:accent3>
    <a:accent4>
      <a:srgbClr val="7A8C8E"/>
    </a:accent4>
    <a:accent5>
      <a:srgbClr val="84ACB6"/>
    </a:accent5>
    <a:accent6>
      <a:srgbClr val="2683C6"/>
    </a:accent6>
    <a:hlink>
      <a:srgbClr val="6B9F25"/>
    </a:hlink>
    <a:folHlink>
      <a:srgbClr val="9F6715"/>
    </a:folHlink>
  </a:clrScheme>
</a:themeOverride>
</file>

<file path=ppt/theme/themeOverride2.xml><?xml version="1.0" encoding="utf-8"?>
<a:themeOverride xmlns:a="http://schemas.openxmlformats.org/drawingml/2006/main">
  <a:clrScheme name="青緑">
    <a:dk1>
      <a:sysClr val="windowText" lastClr="000000"/>
    </a:dk1>
    <a:lt1>
      <a:sysClr val="window" lastClr="FFFFFF"/>
    </a:lt1>
    <a:dk2>
      <a:srgbClr val="373545"/>
    </a:dk2>
    <a:lt2>
      <a:srgbClr val="CEDBE6"/>
    </a:lt2>
    <a:accent1>
      <a:srgbClr val="3494BA"/>
    </a:accent1>
    <a:accent2>
      <a:srgbClr val="58B6C0"/>
    </a:accent2>
    <a:accent3>
      <a:srgbClr val="75BDA7"/>
    </a:accent3>
    <a:accent4>
      <a:srgbClr val="7A8C8E"/>
    </a:accent4>
    <a:accent5>
      <a:srgbClr val="84ACB6"/>
    </a:accent5>
    <a:accent6>
      <a:srgbClr val="2683C6"/>
    </a:accent6>
    <a:hlink>
      <a:srgbClr val="6B9F25"/>
    </a:hlink>
    <a:folHlink>
      <a:srgbClr val="9F6715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5291</TotalTime>
  <Words>1456</Words>
  <Application>Microsoft Office PowerPoint</Application>
  <PresentationFormat>ワイド画面</PresentationFormat>
  <Paragraphs>263</Paragraphs>
  <Slides>45</Slides>
  <Notes>24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16</vt:i4>
      </vt:variant>
      <vt:variant>
        <vt:lpstr>テーマ</vt:lpstr>
      </vt:variant>
      <vt:variant>
        <vt:i4>4</vt:i4>
      </vt:variant>
      <vt:variant>
        <vt:lpstr>スライド タイトル</vt:lpstr>
      </vt:variant>
      <vt:variant>
        <vt:i4>45</vt:i4>
      </vt:variant>
    </vt:vector>
  </HeadingPairs>
  <TitlesOfParts>
    <vt:vector size="65" baseType="lpstr">
      <vt:lpstr>AR P丸ゴシック体E</vt:lpstr>
      <vt:lpstr>AR丸ゴシック体E</vt:lpstr>
      <vt:lpstr>BIZ UDPゴシック</vt:lpstr>
      <vt:lpstr>DengXian</vt:lpstr>
      <vt:lpstr>HGS創英角ﾎﾟｯﾌﾟ体</vt:lpstr>
      <vt:lpstr>J-イワタ学参新教科書体ProN E</vt:lpstr>
      <vt:lpstr>J-イワタ新ゴシック体ProN E</vt:lpstr>
      <vt:lpstr>Malgun Gothic</vt:lpstr>
      <vt:lpstr>游ゴシック</vt:lpstr>
      <vt:lpstr>Arial</vt:lpstr>
      <vt:lpstr>Calibri</vt:lpstr>
      <vt:lpstr>Calibri Light</vt:lpstr>
      <vt:lpstr>Century Gothic</vt:lpstr>
      <vt:lpstr>Franklin Gothic Medium</vt:lpstr>
      <vt:lpstr>Lucida Sans Unicode</vt:lpstr>
      <vt:lpstr>Wingdings 3</vt:lpstr>
      <vt:lpstr>Office テーマ</vt:lpstr>
      <vt:lpstr>スライス</vt:lpstr>
      <vt:lpstr>1_Office テーマ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佐藤 亨哉</dc:creator>
  <cp:lastModifiedBy>Naoya Sato</cp:lastModifiedBy>
  <cp:revision>6</cp:revision>
  <dcterms:created xsi:type="dcterms:W3CDTF">2025-07-18T10:56:28Z</dcterms:created>
  <dcterms:modified xsi:type="dcterms:W3CDTF">2026-02-19T13:49:02Z</dcterms:modified>
</cp:coreProperties>
</file>